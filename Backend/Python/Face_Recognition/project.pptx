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66329" y="5354610"/>
            <a:ext cx="556260" cy="4932680"/>
          </a:xfrm>
          <a:custGeom>
            <a:avLst/>
            <a:gdLst/>
            <a:ahLst/>
            <a:cxnLst/>
            <a:rect l="l" t="t" r="r" b="b"/>
            <a:pathLst>
              <a:path w="556260" h="4932680">
                <a:moveTo>
                  <a:pt x="0" y="4932388"/>
                </a:moveTo>
                <a:lnTo>
                  <a:pt x="132" y="4931919"/>
                </a:lnTo>
                <a:lnTo>
                  <a:pt x="12902" y="4885807"/>
                </a:lnTo>
                <a:lnTo>
                  <a:pt x="25552" y="4839211"/>
                </a:lnTo>
                <a:lnTo>
                  <a:pt x="29067" y="4825999"/>
                </a:lnTo>
              </a:path>
              <a:path w="556260" h="4932680">
                <a:moveTo>
                  <a:pt x="29067" y="4825999"/>
                </a:moveTo>
                <a:lnTo>
                  <a:pt x="38079" y="4792135"/>
                </a:lnTo>
                <a:lnTo>
                  <a:pt x="50482" y="4744583"/>
                </a:lnTo>
                <a:lnTo>
                  <a:pt x="62138" y="4698999"/>
                </a:lnTo>
              </a:path>
              <a:path w="556260" h="4932680">
                <a:moveTo>
                  <a:pt x="62138" y="4698999"/>
                </a:moveTo>
                <a:lnTo>
                  <a:pt x="62762" y="4696558"/>
                </a:lnTo>
                <a:lnTo>
                  <a:pt x="74916" y="4648065"/>
                </a:lnTo>
                <a:lnTo>
                  <a:pt x="86944" y="4599108"/>
                </a:lnTo>
                <a:lnTo>
                  <a:pt x="93472" y="4571999"/>
                </a:lnTo>
              </a:path>
              <a:path w="556260" h="4932680">
                <a:moveTo>
                  <a:pt x="93472" y="4571999"/>
                </a:moveTo>
                <a:lnTo>
                  <a:pt x="98845" y="4549689"/>
                </a:lnTo>
                <a:lnTo>
                  <a:pt x="110618" y="4499814"/>
                </a:lnTo>
                <a:lnTo>
                  <a:pt x="122261" y="4449486"/>
                </a:lnTo>
                <a:lnTo>
                  <a:pt x="123278" y="4444999"/>
                </a:lnTo>
              </a:path>
              <a:path w="556260" h="4932680">
                <a:moveTo>
                  <a:pt x="123278" y="4444999"/>
                </a:moveTo>
                <a:lnTo>
                  <a:pt x="133774" y="4398708"/>
                </a:lnTo>
                <a:lnTo>
                  <a:pt x="145156" y="4347485"/>
                </a:lnTo>
                <a:lnTo>
                  <a:pt x="151577" y="4317999"/>
                </a:lnTo>
              </a:path>
              <a:path w="556260" h="4932680">
                <a:moveTo>
                  <a:pt x="151577" y="4317999"/>
                </a:moveTo>
                <a:lnTo>
                  <a:pt x="156406" y="4295821"/>
                </a:lnTo>
                <a:lnTo>
                  <a:pt x="167522" y="4243719"/>
                </a:lnTo>
                <a:lnTo>
                  <a:pt x="178504" y="4191183"/>
                </a:lnTo>
                <a:lnTo>
                  <a:pt x="178542" y="4190999"/>
                </a:lnTo>
              </a:path>
              <a:path w="556260" h="4932680">
                <a:moveTo>
                  <a:pt x="178542" y="4190999"/>
                </a:moveTo>
                <a:lnTo>
                  <a:pt x="189351" y="4138217"/>
                </a:lnTo>
                <a:lnTo>
                  <a:pt x="200062" y="4084825"/>
                </a:lnTo>
                <a:lnTo>
                  <a:pt x="204154" y="4063999"/>
                </a:lnTo>
              </a:path>
              <a:path w="556260" h="4932680">
                <a:moveTo>
                  <a:pt x="204154" y="4063999"/>
                </a:moveTo>
                <a:lnTo>
                  <a:pt x="210635" y="4031010"/>
                </a:lnTo>
                <a:lnTo>
                  <a:pt x="221070" y="3976778"/>
                </a:lnTo>
                <a:lnTo>
                  <a:pt x="228565" y="3936999"/>
                </a:lnTo>
              </a:path>
              <a:path w="556260" h="4932680">
                <a:moveTo>
                  <a:pt x="228565" y="3936999"/>
                </a:moveTo>
                <a:lnTo>
                  <a:pt x="231366" y="3922130"/>
                </a:lnTo>
                <a:lnTo>
                  <a:pt x="241522" y="3867072"/>
                </a:lnTo>
                <a:lnTo>
                  <a:pt x="251536" y="3811607"/>
                </a:lnTo>
                <a:lnTo>
                  <a:pt x="251820" y="3809999"/>
                </a:lnTo>
              </a:path>
              <a:path w="556260" h="4932680">
                <a:moveTo>
                  <a:pt x="251820" y="3809999"/>
                </a:moveTo>
                <a:lnTo>
                  <a:pt x="261408" y="3755740"/>
                </a:lnTo>
                <a:lnTo>
                  <a:pt x="271136" y="3699473"/>
                </a:lnTo>
                <a:lnTo>
                  <a:pt x="273923" y="3682999"/>
                </a:lnTo>
              </a:path>
              <a:path w="556260" h="4932680">
                <a:moveTo>
                  <a:pt x="273923" y="3682999"/>
                </a:moveTo>
                <a:lnTo>
                  <a:pt x="280721" y="3642810"/>
                </a:lnTo>
                <a:lnTo>
                  <a:pt x="290160" y="3585756"/>
                </a:lnTo>
                <a:lnTo>
                  <a:pt x="294974" y="3555999"/>
                </a:lnTo>
              </a:path>
              <a:path w="556260" h="4932680">
                <a:moveTo>
                  <a:pt x="294974" y="3555999"/>
                </a:moveTo>
                <a:lnTo>
                  <a:pt x="299452" y="3528315"/>
                </a:lnTo>
                <a:lnTo>
                  <a:pt x="308598" y="3470490"/>
                </a:lnTo>
                <a:lnTo>
                  <a:pt x="315011" y="3428999"/>
                </a:lnTo>
              </a:path>
              <a:path w="556260" h="4932680">
                <a:moveTo>
                  <a:pt x="315011" y="3428999"/>
                </a:moveTo>
                <a:lnTo>
                  <a:pt x="317595" y="3412285"/>
                </a:lnTo>
                <a:lnTo>
                  <a:pt x="326442" y="3353704"/>
                </a:lnTo>
                <a:lnTo>
                  <a:pt x="334070" y="3301999"/>
                </a:lnTo>
              </a:path>
              <a:path w="556260" h="4932680">
                <a:moveTo>
                  <a:pt x="334070" y="3301999"/>
                </a:moveTo>
                <a:lnTo>
                  <a:pt x="335140" y="3294751"/>
                </a:lnTo>
                <a:lnTo>
                  <a:pt x="343686" y="3235429"/>
                </a:lnTo>
                <a:lnTo>
                  <a:pt x="352079" y="3175743"/>
                </a:lnTo>
                <a:lnTo>
                  <a:pt x="352181" y="3174999"/>
                </a:lnTo>
              </a:path>
              <a:path w="556260" h="4932680">
                <a:moveTo>
                  <a:pt x="352181" y="3174999"/>
                </a:moveTo>
                <a:lnTo>
                  <a:pt x="360320" y="3115696"/>
                </a:lnTo>
                <a:lnTo>
                  <a:pt x="368406" y="3055293"/>
                </a:lnTo>
                <a:lnTo>
                  <a:pt x="369358" y="3047999"/>
                </a:lnTo>
              </a:path>
              <a:path w="556260" h="4932680">
                <a:moveTo>
                  <a:pt x="369358" y="3047999"/>
                </a:moveTo>
                <a:lnTo>
                  <a:pt x="376336" y="2994537"/>
                </a:lnTo>
                <a:lnTo>
                  <a:pt x="384110" y="2933431"/>
                </a:lnTo>
                <a:lnTo>
                  <a:pt x="385651" y="2920999"/>
                </a:lnTo>
              </a:path>
              <a:path w="556260" h="4932680">
                <a:moveTo>
                  <a:pt x="385651" y="2920999"/>
                </a:moveTo>
                <a:lnTo>
                  <a:pt x="391727" y="2871980"/>
                </a:lnTo>
                <a:lnTo>
                  <a:pt x="399186" y="2810188"/>
                </a:lnTo>
                <a:lnTo>
                  <a:pt x="401088" y="2793999"/>
                </a:lnTo>
              </a:path>
              <a:path w="556260" h="4932680">
                <a:moveTo>
                  <a:pt x="401088" y="2793999"/>
                </a:moveTo>
                <a:lnTo>
                  <a:pt x="406485" y="2748059"/>
                </a:lnTo>
                <a:lnTo>
                  <a:pt x="413624" y="2685596"/>
                </a:lnTo>
                <a:lnTo>
                  <a:pt x="415690" y="2666999"/>
                </a:lnTo>
              </a:path>
              <a:path w="556260" h="4932680">
                <a:moveTo>
                  <a:pt x="415690" y="2666999"/>
                </a:moveTo>
                <a:lnTo>
                  <a:pt x="420601" y="2622802"/>
                </a:lnTo>
                <a:lnTo>
                  <a:pt x="427416" y="2559683"/>
                </a:lnTo>
                <a:lnTo>
                  <a:pt x="429480" y="2539999"/>
                </a:lnTo>
              </a:path>
              <a:path w="556260" h="4932680">
                <a:moveTo>
                  <a:pt x="429480" y="2539999"/>
                </a:moveTo>
                <a:lnTo>
                  <a:pt x="434068" y="2496242"/>
                </a:lnTo>
                <a:lnTo>
                  <a:pt x="440555" y="2432483"/>
                </a:lnTo>
                <a:lnTo>
                  <a:pt x="442477" y="2412999"/>
                </a:lnTo>
              </a:path>
              <a:path w="556260" h="4932680">
                <a:moveTo>
                  <a:pt x="442477" y="2412999"/>
                </a:moveTo>
                <a:lnTo>
                  <a:pt x="446876" y="2368409"/>
                </a:lnTo>
                <a:lnTo>
                  <a:pt x="453032" y="2304025"/>
                </a:lnTo>
                <a:lnTo>
                  <a:pt x="454700" y="2285999"/>
                </a:lnTo>
              </a:path>
              <a:path w="556260" h="4932680">
                <a:moveTo>
                  <a:pt x="454700" y="2285999"/>
                </a:moveTo>
                <a:lnTo>
                  <a:pt x="459020" y="2239334"/>
                </a:lnTo>
                <a:lnTo>
                  <a:pt x="464839" y="2174340"/>
                </a:lnTo>
                <a:lnTo>
                  <a:pt x="466167" y="2158999"/>
                </a:lnTo>
              </a:path>
              <a:path w="556260" h="4932680">
                <a:moveTo>
                  <a:pt x="466167" y="2158999"/>
                </a:moveTo>
                <a:lnTo>
                  <a:pt x="470489" y="2109047"/>
                </a:lnTo>
                <a:lnTo>
                  <a:pt x="475969" y="2043459"/>
                </a:lnTo>
                <a:lnTo>
                  <a:pt x="476892" y="2031999"/>
                </a:lnTo>
              </a:path>
              <a:path w="556260" h="4932680">
                <a:moveTo>
                  <a:pt x="476892" y="2031999"/>
                </a:moveTo>
                <a:lnTo>
                  <a:pt x="481277" y="1977579"/>
                </a:lnTo>
                <a:lnTo>
                  <a:pt x="486413" y="1911412"/>
                </a:lnTo>
                <a:lnTo>
                  <a:pt x="486892" y="1904999"/>
                </a:lnTo>
              </a:path>
              <a:path w="556260" h="4932680">
                <a:moveTo>
                  <a:pt x="486892" y="1904999"/>
                </a:moveTo>
                <a:lnTo>
                  <a:pt x="491375" y="1844962"/>
                </a:lnTo>
                <a:lnTo>
                  <a:pt x="496163" y="1778232"/>
                </a:lnTo>
                <a:lnTo>
                  <a:pt x="500776" y="1711226"/>
                </a:lnTo>
                <a:lnTo>
                  <a:pt x="504747" y="1650999"/>
                </a:lnTo>
              </a:path>
              <a:path w="556260" h="4932680">
                <a:moveTo>
                  <a:pt x="504747" y="1650999"/>
                </a:moveTo>
                <a:lnTo>
                  <a:pt x="505212" y="1643948"/>
                </a:lnTo>
                <a:lnTo>
                  <a:pt x="509470" y="1576401"/>
                </a:lnTo>
                <a:lnTo>
                  <a:pt x="512623" y="1523999"/>
                </a:lnTo>
              </a:path>
              <a:path w="556260" h="4932680">
                <a:moveTo>
                  <a:pt x="512623" y="1523999"/>
                </a:moveTo>
                <a:lnTo>
                  <a:pt x="513550" y="1508591"/>
                </a:lnTo>
                <a:lnTo>
                  <a:pt x="517451" y="1440519"/>
                </a:lnTo>
                <a:lnTo>
                  <a:pt x="519820" y="1396999"/>
                </a:lnTo>
              </a:path>
              <a:path w="556260" h="4932680">
                <a:moveTo>
                  <a:pt x="519820" y="1396999"/>
                </a:moveTo>
                <a:lnTo>
                  <a:pt x="521171" y="1372192"/>
                </a:lnTo>
                <a:lnTo>
                  <a:pt x="524709" y="1303611"/>
                </a:lnTo>
                <a:lnTo>
                  <a:pt x="526348" y="1269999"/>
                </a:lnTo>
              </a:path>
              <a:path w="556260" h="4932680">
                <a:moveTo>
                  <a:pt x="526348" y="1269999"/>
                </a:moveTo>
                <a:lnTo>
                  <a:pt x="528066" y="1234782"/>
                </a:lnTo>
                <a:lnTo>
                  <a:pt x="531238" y="1165707"/>
                </a:lnTo>
                <a:lnTo>
                  <a:pt x="532217" y="1142999"/>
                </a:lnTo>
              </a:path>
              <a:path w="556260" h="4932680">
                <a:moveTo>
                  <a:pt x="532217" y="1142999"/>
                </a:moveTo>
                <a:lnTo>
                  <a:pt x="534226" y="1096391"/>
                </a:lnTo>
                <a:lnTo>
                  <a:pt x="537029" y="1026838"/>
                </a:lnTo>
                <a:lnTo>
                  <a:pt x="539645" y="957052"/>
                </a:lnTo>
                <a:lnTo>
                  <a:pt x="542006" y="888997"/>
                </a:lnTo>
              </a:path>
              <a:path w="556260" h="4932680">
                <a:moveTo>
                  <a:pt x="542006" y="888999"/>
                </a:moveTo>
                <a:lnTo>
                  <a:pt x="542074" y="887035"/>
                </a:lnTo>
                <a:lnTo>
                  <a:pt x="544314" y="816793"/>
                </a:lnTo>
                <a:lnTo>
                  <a:pt x="545908" y="761999"/>
                </a:lnTo>
              </a:path>
              <a:path w="556260" h="4932680">
                <a:moveTo>
                  <a:pt x="545908" y="761999"/>
                </a:moveTo>
                <a:lnTo>
                  <a:pt x="546364" y="746329"/>
                </a:lnTo>
                <a:lnTo>
                  <a:pt x="548224" y="675647"/>
                </a:lnTo>
                <a:lnTo>
                  <a:pt x="549181" y="634999"/>
                </a:lnTo>
              </a:path>
              <a:path w="556260" h="4932680">
                <a:moveTo>
                  <a:pt x="549181" y="634999"/>
                </a:moveTo>
                <a:lnTo>
                  <a:pt x="549893" y="604750"/>
                </a:lnTo>
                <a:lnTo>
                  <a:pt x="551369" y="533644"/>
                </a:lnTo>
                <a:lnTo>
                  <a:pt x="551830" y="507999"/>
                </a:lnTo>
              </a:path>
              <a:path w="556260" h="4932680">
                <a:moveTo>
                  <a:pt x="551830" y="507999"/>
                </a:moveTo>
                <a:lnTo>
                  <a:pt x="552651" y="462330"/>
                </a:lnTo>
                <a:lnTo>
                  <a:pt x="553739" y="390814"/>
                </a:lnTo>
                <a:lnTo>
                  <a:pt x="554632" y="319099"/>
                </a:lnTo>
                <a:lnTo>
                  <a:pt x="555262" y="253999"/>
                </a:lnTo>
              </a:path>
              <a:path w="556260" h="4932680">
                <a:moveTo>
                  <a:pt x="555262" y="253999"/>
                </a:moveTo>
                <a:lnTo>
                  <a:pt x="555328" y="247189"/>
                </a:lnTo>
                <a:lnTo>
                  <a:pt x="555826" y="175088"/>
                </a:lnTo>
                <a:lnTo>
                  <a:pt x="556225" y="102799"/>
                </a:lnTo>
                <a:lnTo>
                  <a:pt x="556225" y="30327"/>
                </a:lnTo>
                <a:lnTo>
                  <a:pt x="556184" y="0"/>
                </a:lnTo>
              </a:path>
            </a:pathLst>
          </a:custGeom>
          <a:ln w="38073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3433" y="1361084"/>
            <a:ext cx="15581132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100010" y="9164763"/>
            <a:ext cx="235584" cy="284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964510" y="4997353"/>
            <a:ext cx="3559175" cy="5290185"/>
          </a:xfrm>
          <a:custGeom>
            <a:avLst/>
            <a:gdLst/>
            <a:ahLst/>
            <a:cxnLst/>
            <a:rect l="l" t="t" r="r" b="b"/>
            <a:pathLst>
              <a:path w="3559175" h="5290184">
                <a:moveTo>
                  <a:pt x="0" y="5289646"/>
                </a:moveTo>
                <a:lnTo>
                  <a:pt x="75464" y="5260615"/>
                </a:lnTo>
                <a:lnTo>
                  <a:pt x="117872" y="5243713"/>
                </a:lnTo>
                <a:lnTo>
                  <a:pt x="160106" y="5226470"/>
                </a:lnTo>
                <a:lnTo>
                  <a:pt x="202207" y="5208958"/>
                </a:lnTo>
                <a:lnTo>
                  <a:pt x="244045" y="5190967"/>
                </a:lnTo>
                <a:lnTo>
                  <a:pt x="285746" y="5172711"/>
                </a:lnTo>
                <a:lnTo>
                  <a:pt x="327266" y="5154120"/>
                </a:lnTo>
                <a:lnTo>
                  <a:pt x="368604" y="5135197"/>
                </a:lnTo>
                <a:lnTo>
                  <a:pt x="409757" y="5115943"/>
                </a:lnTo>
                <a:lnTo>
                  <a:pt x="450724" y="5096360"/>
                </a:lnTo>
                <a:lnTo>
                  <a:pt x="491503" y="5076450"/>
                </a:lnTo>
                <a:lnTo>
                  <a:pt x="532092" y="5056214"/>
                </a:lnTo>
                <a:lnTo>
                  <a:pt x="572491" y="5035653"/>
                </a:lnTo>
                <a:lnTo>
                  <a:pt x="612696" y="5014771"/>
                </a:lnTo>
                <a:lnTo>
                  <a:pt x="652707" y="4993568"/>
                </a:lnTo>
                <a:lnTo>
                  <a:pt x="692522" y="4972045"/>
                </a:lnTo>
                <a:lnTo>
                  <a:pt x="732138" y="4950206"/>
                </a:lnTo>
                <a:lnTo>
                  <a:pt x="771555" y="4928051"/>
                </a:lnTo>
                <a:lnTo>
                  <a:pt x="810770" y="4905582"/>
                </a:lnTo>
                <a:lnTo>
                  <a:pt x="849782" y="4882801"/>
                </a:lnTo>
                <a:lnTo>
                  <a:pt x="888589" y="4859710"/>
                </a:lnTo>
                <a:lnTo>
                  <a:pt x="927190" y="4836310"/>
                </a:lnTo>
                <a:lnTo>
                  <a:pt x="965583" y="4812602"/>
                </a:lnTo>
                <a:lnTo>
                  <a:pt x="1003765" y="4788590"/>
                </a:lnTo>
                <a:lnTo>
                  <a:pt x="1041736" y="4764274"/>
                </a:lnTo>
                <a:lnTo>
                  <a:pt x="1079494" y="4739656"/>
                </a:lnTo>
                <a:lnTo>
                  <a:pt x="1117036" y="4714738"/>
                </a:lnTo>
                <a:lnTo>
                  <a:pt x="1154362" y="4689521"/>
                </a:lnTo>
                <a:lnTo>
                  <a:pt x="1191469" y="4664007"/>
                </a:lnTo>
                <a:lnTo>
                  <a:pt x="1228356" y="4638199"/>
                </a:lnTo>
                <a:lnTo>
                  <a:pt x="1265021" y="4612097"/>
                </a:lnTo>
                <a:lnTo>
                  <a:pt x="1301463" y="4585703"/>
                </a:lnTo>
                <a:lnTo>
                  <a:pt x="1337679" y="4559019"/>
                </a:lnTo>
                <a:lnTo>
                  <a:pt x="1373668" y="4532047"/>
                </a:lnTo>
                <a:lnTo>
                  <a:pt x="1409429" y="4504789"/>
                </a:lnTo>
                <a:lnTo>
                  <a:pt x="1444959" y="4477245"/>
                </a:lnTo>
                <a:lnTo>
                  <a:pt x="1480257" y="4449419"/>
                </a:lnTo>
                <a:lnTo>
                  <a:pt x="1515322" y="4421310"/>
                </a:lnTo>
                <a:lnTo>
                  <a:pt x="1550151" y="4392923"/>
                </a:lnTo>
                <a:lnTo>
                  <a:pt x="1584742" y="4364257"/>
                </a:lnTo>
                <a:lnTo>
                  <a:pt x="1619095" y="4335314"/>
                </a:lnTo>
                <a:lnTo>
                  <a:pt x="1653207" y="4306097"/>
                </a:lnTo>
                <a:lnTo>
                  <a:pt x="1687077" y="4276607"/>
                </a:lnTo>
                <a:lnTo>
                  <a:pt x="1720703" y="4246846"/>
                </a:lnTo>
                <a:lnTo>
                  <a:pt x="1754083" y="4216815"/>
                </a:lnTo>
                <a:lnTo>
                  <a:pt x="1787216" y="4186516"/>
                </a:lnTo>
                <a:lnTo>
                  <a:pt x="1820099" y="4155952"/>
                </a:lnTo>
                <a:lnTo>
                  <a:pt x="1852732" y="4125122"/>
                </a:lnTo>
                <a:lnTo>
                  <a:pt x="1885112" y="4094030"/>
                </a:lnTo>
                <a:lnTo>
                  <a:pt x="1917238" y="4062677"/>
                </a:lnTo>
                <a:lnTo>
                  <a:pt x="1949108" y="4031065"/>
                </a:lnTo>
                <a:lnTo>
                  <a:pt x="1980720" y="3999195"/>
                </a:lnTo>
                <a:lnTo>
                  <a:pt x="2012074" y="3967069"/>
                </a:lnTo>
                <a:lnTo>
                  <a:pt x="2043166" y="3934689"/>
                </a:lnTo>
                <a:lnTo>
                  <a:pt x="2073995" y="3902056"/>
                </a:lnTo>
                <a:lnTo>
                  <a:pt x="2104560" y="3869172"/>
                </a:lnTo>
                <a:lnTo>
                  <a:pt x="2134858" y="3836040"/>
                </a:lnTo>
                <a:lnTo>
                  <a:pt x="2164889" y="3802660"/>
                </a:lnTo>
                <a:lnTo>
                  <a:pt x="2194650" y="3769034"/>
                </a:lnTo>
                <a:lnTo>
                  <a:pt x="2224140" y="3735164"/>
                </a:lnTo>
                <a:lnTo>
                  <a:pt x="2253357" y="3701052"/>
                </a:lnTo>
                <a:lnTo>
                  <a:pt x="2282300" y="3666699"/>
                </a:lnTo>
                <a:lnTo>
                  <a:pt x="2310966" y="3632108"/>
                </a:lnTo>
                <a:lnTo>
                  <a:pt x="2339354" y="3597279"/>
                </a:lnTo>
                <a:lnTo>
                  <a:pt x="2367462" y="3562214"/>
                </a:lnTo>
                <a:lnTo>
                  <a:pt x="2395288" y="3526916"/>
                </a:lnTo>
                <a:lnTo>
                  <a:pt x="2422832" y="3491386"/>
                </a:lnTo>
                <a:lnTo>
                  <a:pt x="2450090" y="3455625"/>
                </a:lnTo>
                <a:lnTo>
                  <a:pt x="2477062" y="3419636"/>
                </a:lnTo>
                <a:lnTo>
                  <a:pt x="2503746" y="3383420"/>
                </a:lnTo>
                <a:lnTo>
                  <a:pt x="2530140" y="3346978"/>
                </a:lnTo>
                <a:lnTo>
                  <a:pt x="2556242" y="3310313"/>
                </a:lnTo>
                <a:lnTo>
                  <a:pt x="2582051" y="3273426"/>
                </a:lnTo>
                <a:lnTo>
                  <a:pt x="2607564" y="3236319"/>
                </a:lnTo>
                <a:lnTo>
                  <a:pt x="2632781" y="3198993"/>
                </a:lnTo>
                <a:lnTo>
                  <a:pt x="2657699" y="3161450"/>
                </a:lnTo>
                <a:lnTo>
                  <a:pt x="2682317" y="3123693"/>
                </a:lnTo>
                <a:lnTo>
                  <a:pt x="2706633" y="3085722"/>
                </a:lnTo>
                <a:lnTo>
                  <a:pt x="2730646" y="3047540"/>
                </a:lnTo>
                <a:lnTo>
                  <a:pt x="2754353" y="3009147"/>
                </a:lnTo>
                <a:lnTo>
                  <a:pt x="2777753" y="2970546"/>
                </a:lnTo>
                <a:lnTo>
                  <a:pt x="2800844" y="2931739"/>
                </a:lnTo>
                <a:lnTo>
                  <a:pt x="2823625" y="2892727"/>
                </a:lnTo>
                <a:lnTo>
                  <a:pt x="2846094" y="2853512"/>
                </a:lnTo>
                <a:lnTo>
                  <a:pt x="2868249" y="2814095"/>
                </a:lnTo>
                <a:lnTo>
                  <a:pt x="2890088" y="2774478"/>
                </a:lnTo>
                <a:lnTo>
                  <a:pt x="2911611" y="2734664"/>
                </a:lnTo>
                <a:lnTo>
                  <a:pt x="2932814" y="2694653"/>
                </a:lnTo>
                <a:lnTo>
                  <a:pt x="2953697" y="2654448"/>
                </a:lnTo>
                <a:lnTo>
                  <a:pt x="2974257" y="2614049"/>
                </a:lnTo>
                <a:lnTo>
                  <a:pt x="2994493" y="2573460"/>
                </a:lnTo>
                <a:lnTo>
                  <a:pt x="3014404" y="2532680"/>
                </a:lnTo>
                <a:lnTo>
                  <a:pt x="3033987" y="2491713"/>
                </a:lnTo>
                <a:lnTo>
                  <a:pt x="3053240" y="2450560"/>
                </a:lnTo>
                <a:lnTo>
                  <a:pt x="3072163" y="2409223"/>
                </a:lnTo>
                <a:lnTo>
                  <a:pt x="3090754" y="2367703"/>
                </a:lnTo>
                <a:lnTo>
                  <a:pt x="3109036" y="2326011"/>
                </a:lnTo>
                <a:lnTo>
                  <a:pt x="3126930" y="2284121"/>
                </a:lnTo>
                <a:lnTo>
                  <a:pt x="3144513" y="2242063"/>
                </a:lnTo>
                <a:lnTo>
                  <a:pt x="3161756" y="2199829"/>
                </a:lnTo>
                <a:lnTo>
                  <a:pt x="3178658" y="2157421"/>
                </a:lnTo>
                <a:lnTo>
                  <a:pt x="3195217" y="2114840"/>
                </a:lnTo>
                <a:lnTo>
                  <a:pt x="3211432" y="2072089"/>
                </a:lnTo>
                <a:lnTo>
                  <a:pt x="3227301" y="2029168"/>
                </a:lnTo>
                <a:lnTo>
                  <a:pt x="3242821" y="1986080"/>
                </a:lnTo>
                <a:lnTo>
                  <a:pt x="3257992" y="1942827"/>
                </a:lnTo>
                <a:lnTo>
                  <a:pt x="3272812" y="1899409"/>
                </a:lnTo>
                <a:lnTo>
                  <a:pt x="3287173" y="1856149"/>
                </a:lnTo>
                <a:lnTo>
                  <a:pt x="3287291" y="1855833"/>
                </a:lnTo>
                <a:lnTo>
                  <a:pt x="3301391" y="1812089"/>
                </a:lnTo>
                <a:lnTo>
                  <a:pt x="3315147" y="1768189"/>
                </a:lnTo>
                <a:lnTo>
                  <a:pt x="3328544" y="1724133"/>
                </a:lnTo>
                <a:lnTo>
                  <a:pt x="3341582" y="1679921"/>
                </a:lnTo>
                <a:lnTo>
                  <a:pt x="3354258" y="1635555"/>
                </a:lnTo>
                <a:lnTo>
                  <a:pt x="3366571" y="1591038"/>
                </a:lnTo>
                <a:lnTo>
                  <a:pt x="3378520" y="1546369"/>
                </a:lnTo>
                <a:lnTo>
                  <a:pt x="3390101" y="1501553"/>
                </a:lnTo>
                <a:lnTo>
                  <a:pt x="3401314" y="1456589"/>
                </a:lnTo>
                <a:lnTo>
                  <a:pt x="3412111" y="1411673"/>
                </a:lnTo>
                <a:lnTo>
                  <a:pt x="3412164" y="1411482"/>
                </a:lnTo>
                <a:lnTo>
                  <a:pt x="3422629" y="1366228"/>
                </a:lnTo>
                <a:lnTo>
                  <a:pt x="3432727" y="1320833"/>
                </a:lnTo>
                <a:lnTo>
                  <a:pt x="3442449" y="1275299"/>
                </a:lnTo>
                <a:lnTo>
                  <a:pt x="3451795" y="1229626"/>
                </a:lnTo>
                <a:lnTo>
                  <a:pt x="3460763" y="1183816"/>
                </a:lnTo>
                <a:lnTo>
                  <a:pt x="3469350" y="1137872"/>
                </a:lnTo>
                <a:lnTo>
                  <a:pt x="3477555" y="1091794"/>
                </a:lnTo>
                <a:lnTo>
                  <a:pt x="3485377" y="1045584"/>
                </a:lnTo>
                <a:lnTo>
                  <a:pt x="3492813" y="999245"/>
                </a:lnTo>
                <a:lnTo>
                  <a:pt x="3499862" y="952777"/>
                </a:lnTo>
                <a:lnTo>
                  <a:pt x="3506523" y="906183"/>
                </a:lnTo>
                <a:lnTo>
                  <a:pt x="3512792" y="859464"/>
                </a:lnTo>
                <a:lnTo>
                  <a:pt x="3518670" y="812622"/>
                </a:lnTo>
                <a:lnTo>
                  <a:pt x="3524154" y="765658"/>
                </a:lnTo>
                <a:lnTo>
                  <a:pt x="3529242" y="718575"/>
                </a:lnTo>
                <a:lnTo>
                  <a:pt x="3533933" y="671373"/>
                </a:lnTo>
                <a:lnTo>
                  <a:pt x="3538205" y="624282"/>
                </a:lnTo>
                <a:lnTo>
                  <a:pt x="3538228" y="624056"/>
                </a:lnTo>
                <a:lnTo>
                  <a:pt x="3542117" y="576624"/>
                </a:lnTo>
                <a:lnTo>
                  <a:pt x="3545606" y="529079"/>
                </a:lnTo>
                <a:lnTo>
                  <a:pt x="3548691" y="481423"/>
                </a:lnTo>
                <a:lnTo>
                  <a:pt x="3551376" y="433657"/>
                </a:lnTo>
                <a:lnTo>
                  <a:pt x="3553641" y="385783"/>
                </a:lnTo>
                <a:lnTo>
                  <a:pt x="3555504" y="337804"/>
                </a:lnTo>
                <a:lnTo>
                  <a:pt x="3557044" y="289722"/>
                </a:lnTo>
                <a:lnTo>
                  <a:pt x="3557960" y="243283"/>
                </a:lnTo>
                <a:lnTo>
                  <a:pt x="3558667" y="193246"/>
                </a:lnTo>
                <a:lnTo>
                  <a:pt x="3558796" y="154384"/>
                </a:lnTo>
                <a:lnTo>
                  <a:pt x="3558763" y="144859"/>
                </a:lnTo>
                <a:lnTo>
                  <a:pt x="3558640" y="103584"/>
                </a:lnTo>
                <a:lnTo>
                  <a:pt x="3558549" y="96473"/>
                </a:lnTo>
                <a:lnTo>
                  <a:pt x="3558047" y="52783"/>
                </a:lnTo>
                <a:lnTo>
                  <a:pt x="3557948" y="48186"/>
                </a:lnTo>
                <a:lnTo>
                  <a:pt x="3556996" y="1983"/>
                </a:lnTo>
                <a:lnTo>
                  <a:pt x="3556918" y="0"/>
                </a:lnTo>
              </a:path>
            </a:pathLst>
          </a:custGeom>
          <a:ln w="17141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365802" y="3830489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125" y="422"/>
                </a:moveTo>
                <a:lnTo>
                  <a:pt x="0" y="0"/>
                </a:lnTo>
              </a:path>
            </a:pathLst>
          </a:custGeom>
          <a:ln w="17141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265885" y="3474989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118" y="316"/>
                </a:moveTo>
                <a:lnTo>
                  <a:pt x="0" y="0"/>
                </a:lnTo>
              </a:path>
            </a:pathLst>
          </a:custGeom>
          <a:ln w="17141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21941" y="444696"/>
            <a:ext cx="2350770" cy="9401175"/>
          </a:xfrm>
          <a:custGeom>
            <a:avLst/>
            <a:gdLst/>
            <a:ahLst/>
            <a:cxnLst/>
            <a:rect l="l" t="t" r="r" b="b"/>
            <a:pathLst>
              <a:path w="2350770" h="9401175">
                <a:moveTo>
                  <a:pt x="2350293" y="8226027"/>
                </a:moveTo>
                <a:lnTo>
                  <a:pt x="2349313" y="8274485"/>
                </a:lnTo>
                <a:lnTo>
                  <a:pt x="2346399" y="8322442"/>
                </a:lnTo>
                <a:lnTo>
                  <a:pt x="2341589" y="8369861"/>
                </a:lnTo>
                <a:lnTo>
                  <a:pt x="2334919" y="8416704"/>
                </a:lnTo>
                <a:lnTo>
                  <a:pt x="2326429" y="8462933"/>
                </a:lnTo>
                <a:lnTo>
                  <a:pt x="2316155" y="8508511"/>
                </a:lnTo>
                <a:lnTo>
                  <a:pt x="2304135" y="8553400"/>
                </a:lnTo>
                <a:lnTo>
                  <a:pt x="2290408" y="8597562"/>
                </a:lnTo>
                <a:lnTo>
                  <a:pt x="2275010" y="8640959"/>
                </a:lnTo>
                <a:lnTo>
                  <a:pt x="2257980" y="8683554"/>
                </a:lnTo>
                <a:lnTo>
                  <a:pt x="2239355" y="8725309"/>
                </a:lnTo>
                <a:lnTo>
                  <a:pt x="2219173" y="8766187"/>
                </a:lnTo>
                <a:lnTo>
                  <a:pt x="2197472" y="8806148"/>
                </a:lnTo>
                <a:lnTo>
                  <a:pt x="2174290" y="8845157"/>
                </a:lnTo>
                <a:lnTo>
                  <a:pt x="2149663" y="8883174"/>
                </a:lnTo>
                <a:lnTo>
                  <a:pt x="2123631" y="8920163"/>
                </a:lnTo>
                <a:lnTo>
                  <a:pt x="2096230" y="8956085"/>
                </a:lnTo>
                <a:lnTo>
                  <a:pt x="2067499" y="8990904"/>
                </a:lnTo>
                <a:lnTo>
                  <a:pt x="2037475" y="9024580"/>
                </a:lnTo>
                <a:lnTo>
                  <a:pt x="2006195" y="9057076"/>
                </a:lnTo>
                <a:lnTo>
                  <a:pt x="1973699" y="9088356"/>
                </a:lnTo>
                <a:lnTo>
                  <a:pt x="1940022" y="9118380"/>
                </a:lnTo>
                <a:lnTo>
                  <a:pt x="1905204" y="9147111"/>
                </a:lnTo>
                <a:lnTo>
                  <a:pt x="1869282" y="9174512"/>
                </a:lnTo>
                <a:lnTo>
                  <a:pt x="1832293" y="9200544"/>
                </a:lnTo>
                <a:lnTo>
                  <a:pt x="1794276" y="9225171"/>
                </a:lnTo>
                <a:lnTo>
                  <a:pt x="1755267" y="9248353"/>
                </a:lnTo>
                <a:lnTo>
                  <a:pt x="1715305" y="9270054"/>
                </a:lnTo>
                <a:lnTo>
                  <a:pt x="1674428" y="9290236"/>
                </a:lnTo>
                <a:lnTo>
                  <a:pt x="1632673" y="9308861"/>
                </a:lnTo>
                <a:lnTo>
                  <a:pt x="1590078" y="9325891"/>
                </a:lnTo>
                <a:lnTo>
                  <a:pt x="1546681" y="9341289"/>
                </a:lnTo>
                <a:lnTo>
                  <a:pt x="1502519" y="9355016"/>
                </a:lnTo>
                <a:lnTo>
                  <a:pt x="1457630" y="9367036"/>
                </a:lnTo>
                <a:lnTo>
                  <a:pt x="1412052" y="9377310"/>
                </a:lnTo>
                <a:lnTo>
                  <a:pt x="1365823" y="9385800"/>
                </a:lnTo>
                <a:lnTo>
                  <a:pt x="1318980" y="9392470"/>
                </a:lnTo>
                <a:lnTo>
                  <a:pt x="1271561" y="9397280"/>
                </a:lnTo>
                <a:lnTo>
                  <a:pt x="1223604" y="9400194"/>
                </a:lnTo>
                <a:lnTo>
                  <a:pt x="1175146" y="9401174"/>
                </a:lnTo>
                <a:lnTo>
                  <a:pt x="1126689" y="9400194"/>
                </a:lnTo>
                <a:lnTo>
                  <a:pt x="1078732" y="9397280"/>
                </a:lnTo>
                <a:lnTo>
                  <a:pt x="1031313" y="9392470"/>
                </a:lnTo>
                <a:lnTo>
                  <a:pt x="984470" y="9385800"/>
                </a:lnTo>
                <a:lnTo>
                  <a:pt x="938241" y="9377310"/>
                </a:lnTo>
                <a:lnTo>
                  <a:pt x="892663" y="9367036"/>
                </a:lnTo>
                <a:lnTo>
                  <a:pt x="847774" y="9355016"/>
                </a:lnTo>
                <a:lnTo>
                  <a:pt x="803612" y="9341289"/>
                </a:lnTo>
                <a:lnTo>
                  <a:pt x="760215" y="9325891"/>
                </a:lnTo>
                <a:lnTo>
                  <a:pt x="717620" y="9308861"/>
                </a:lnTo>
                <a:lnTo>
                  <a:pt x="675865" y="9290236"/>
                </a:lnTo>
                <a:lnTo>
                  <a:pt x="634987" y="9270054"/>
                </a:lnTo>
                <a:lnTo>
                  <a:pt x="595026" y="9248353"/>
                </a:lnTo>
                <a:lnTo>
                  <a:pt x="556017" y="9225171"/>
                </a:lnTo>
                <a:lnTo>
                  <a:pt x="518000" y="9200544"/>
                </a:lnTo>
                <a:lnTo>
                  <a:pt x="481011" y="9174512"/>
                </a:lnTo>
                <a:lnTo>
                  <a:pt x="445088" y="9147111"/>
                </a:lnTo>
                <a:lnTo>
                  <a:pt x="410270" y="9118380"/>
                </a:lnTo>
                <a:lnTo>
                  <a:pt x="376594" y="9088356"/>
                </a:lnTo>
                <a:lnTo>
                  <a:pt x="344097" y="9057076"/>
                </a:lnTo>
                <a:lnTo>
                  <a:pt x="312818" y="9024580"/>
                </a:lnTo>
                <a:lnTo>
                  <a:pt x="282794" y="8990904"/>
                </a:lnTo>
                <a:lnTo>
                  <a:pt x="254063" y="8956085"/>
                </a:lnTo>
                <a:lnTo>
                  <a:pt x="226662" y="8920163"/>
                </a:lnTo>
                <a:lnTo>
                  <a:pt x="200630" y="8883174"/>
                </a:lnTo>
                <a:lnTo>
                  <a:pt x="176003" y="8845157"/>
                </a:lnTo>
                <a:lnTo>
                  <a:pt x="152821" y="8806148"/>
                </a:lnTo>
                <a:lnTo>
                  <a:pt x="131120" y="8766187"/>
                </a:lnTo>
                <a:lnTo>
                  <a:pt x="110938" y="8725309"/>
                </a:lnTo>
                <a:lnTo>
                  <a:pt x="92313" y="8683554"/>
                </a:lnTo>
                <a:lnTo>
                  <a:pt x="75283" y="8640959"/>
                </a:lnTo>
                <a:lnTo>
                  <a:pt x="59885" y="8597562"/>
                </a:lnTo>
                <a:lnTo>
                  <a:pt x="46157" y="8553400"/>
                </a:lnTo>
                <a:lnTo>
                  <a:pt x="34138" y="8508511"/>
                </a:lnTo>
                <a:lnTo>
                  <a:pt x="23864" y="8462933"/>
                </a:lnTo>
                <a:lnTo>
                  <a:pt x="15373" y="8416704"/>
                </a:lnTo>
                <a:lnTo>
                  <a:pt x="8704" y="8369861"/>
                </a:lnTo>
                <a:lnTo>
                  <a:pt x="3893" y="8322442"/>
                </a:lnTo>
                <a:lnTo>
                  <a:pt x="979" y="8274485"/>
                </a:lnTo>
                <a:lnTo>
                  <a:pt x="0" y="8226027"/>
                </a:lnTo>
                <a:lnTo>
                  <a:pt x="979" y="8177570"/>
                </a:lnTo>
                <a:lnTo>
                  <a:pt x="3893" y="8129613"/>
                </a:lnTo>
                <a:lnTo>
                  <a:pt x="8704" y="8082194"/>
                </a:lnTo>
                <a:lnTo>
                  <a:pt x="15373" y="8035351"/>
                </a:lnTo>
                <a:lnTo>
                  <a:pt x="23864" y="7989122"/>
                </a:lnTo>
                <a:lnTo>
                  <a:pt x="34138" y="7943544"/>
                </a:lnTo>
                <a:lnTo>
                  <a:pt x="46157" y="7898655"/>
                </a:lnTo>
                <a:lnTo>
                  <a:pt x="59885" y="7854493"/>
                </a:lnTo>
                <a:lnTo>
                  <a:pt x="75283" y="7811096"/>
                </a:lnTo>
                <a:lnTo>
                  <a:pt x="92313" y="7768500"/>
                </a:lnTo>
                <a:lnTo>
                  <a:pt x="110938" y="7726745"/>
                </a:lnTo>
                <a:lnTo>
                  <a:pt x="131120" y="7685868"/>
                </a:lnTo>
                <a:lnTo>
                  <a:pt x="152821" y="7645906"/>
                </a:lnTo>
                <a:lnTo>
                  <a:pt x="176003" y="7606898"/>
                </a:lnTo>
                <a:lnTo>
                  <a:pt x="200630" y="7568880"/>
                </a:lnTo>
                <a:lnTo>
                  <a:pt x="226662" y="7531892"/>
                </a:lnTo>
                <a:lnTo>
                  <a:pt x="254063" y="7495969"/>
                </a:lnTo>
                <a:lnTo>
                  <a:pt x="282794" y="7461151"/>
                </a:lnTo>
                <a:lnTo>
                  <a:pt x="312818" y="7427475"/>
                </a:lnTo>
                <a:lnTo>
                  <a:pt x="344097" y="7394978"/>
                </a:lnTo>
                <a:lnTo>
                  <a:pt x="376594" y="7363699"/>
                </a:lnTo>
                <a:lnTo>
                  <a:pt x="410270" y="7333675"/>
                </a:lnTo>
                <a:lnTo>
                  <a:pt x="445088" y="7304944"/>
                </a:lnTo>
                <a:lnTo>
                  <a:pt x="481011" y="7277543"/>
                </a:lnTo>
                <a:lnTo>
                  <a:pt x="518000" y="7251510"/>
                </a:lnTo>
                <a:lnTo>
                  <a:pt x="556017" y="7226884"/>
                </a:lnTo>
                <a:lnTo>
                  <a:pt x="595026" y="7203702"/>
                </a:lnTo>
                <a:lnTo>
                  <a:pt x="634987" y="7182000"/>
                </a:lnTo>
                <a:lnTo>
                  <a:pt x="675865" y="7161819"/>
                </a:lnTo>
                <a:lnTo>
                  <a:pt x="717620" y="7143194"/>
                </a:lnTo>
                <a:lnTo>
                  <a:pt x="760215" y="7126164"/>
                </a:lnTo>
                <a:lnTo>
                  <a:pt x="803612" y="7110766"/>
                </a:lnTo>
                <a:lnTo>
                  <a:pt x="847774" y="7097038"/>
                </a:lnTo>
                <a:lnTo>
                  <a:pt x="892663" y="7085019"/>
                </a:lnTo>
                <a:lnTo>
                  <a:pt x="938241" y="7074745"/>
                </a:lnTo>
                <a:lnTo>
                  <a:pt x="984470" y="7066254"/>
                </a:lnTo>
                <a:lnTo>
                  <a:pt x="1031313" y="7059585"/>
                </a:lnTo>
                <a:lnTo>
                  <a:pt x="1078732" y="7054774"/>
                </a:lnTo>
                <a:lnTo>
                  <a:pt x="1126689" y="7051860"/>
                </a:lnTo>
                <a:lnTo>
                  <a:pt x="1175146" y="7050880"/>
                </a:lnTo>
                <a:lnTo>
                  <a:pt x="1223604" y="7051860"/>
                </a:lnTo>
                <a:lnTo>
                  <a:pt x="1271561" y="7054774"/>
                </a:lnTo>
                <a:lnTo>
                  <a:pt x="1318980" y="7059585"/>
                </a:lnTo>
                <a:lnTo>
                  <a:pt x="1365823" y="7066254"/>
                </a:lnTo>
                <a:lnTo>
                  <a:pt x="1412052" y="7074745"/>
                </a:lnTo>
                <a:lnTo>
                  <a:pt x="1457630" y="7085019"/>
                </a:lnTo>
                <a:lnTo>
                  <a:pt x="1502519" y="7097038"/>
                </a:lnTo>
                <a:lnTo>
                  <a:pt x="1546681" y="7110766"/>
                </a:lnTo>
                <a:lnTo>
                  <a:pt x="1590078" y="7126164"/>
                </a:lnTo>
                <a:lnTo>
                  <a:pt x="1632673" y="7143194"/>
                </a:lnTo>
                <a:lnTo>
                  <a:pt x="1674428" y="7161819"/>
                </a:lnTo>
                <a:lnTo>
                  <a:pt x="1715305" y="7182000"/>
                </a:lnTo>
                <a:lnTo>
                  <a:pt x="1755267" y="7203702"/>
                </a:lnTo>
                <a:lnTo>
                  <a:pt x="1794276" y="7226884"/>
                </a:lnTo>
                <a:lnTo>
                  <a:pt x="1832293" y="7251510"/>
                </a:lnTo>
                <a:lnTo>
                  <a:pt x="1869282" y="7277543"/>
                </a:lnTo>
                <a:lnTo>
                  <a:pt x="1905204" y="7304944"/>
                </a:lnTo>
                <a:lnTo>
                  <a:pt x="1940022" y="7333675"/>
                </a:lnTo>
                <a:lnTo>
                  <a:pt x="1973699" y="7363699"/>
                </a:lnTo>
                <a:lnTo>
                  <a:pt x="2006195" y="7394978"/>
                </a:lnTo>
                <a:lnTo>
                  <a:pt x="2037475" y="7427475"/>
                </a:lnTo>
                <a:lnTo>
                  <a:pt x="2067499" y="7461151"/>
                </a:lnTo>
                <a:lnTo>
                  <a:pt x="2096230" y="7495969"/>
                </a:lnTo>
                <a:lnTo>
                  <a:pt x="2123631" y="7531892"/>
                </a:lnTo>
                <a:lnTo>
                  <a:pt x="2149663" y="7568880"/>
                </a:lnTo>
                <a:lnTo>
                  <a:pt x="2174290" y="7606898"/>
                </a:lnTo>
                <a:lnTo>
                  <a:pt x="2197472" y="7645906"/>
                </a:lnTo>
                <a:lnTo>
                  <a:pt x="2219173" y="7685868"/>
                </a:lnTo>
                <a:lnTo>
                  <a:pt x="2239355" y="7726745"/>
                </a:lnTo>
                <a:lnTo>
                  <a:pt x="2257980" y="7768500"/>
                </a:lnTo>
                <a:lnTo>
                  <a:pt x="2275010" y="7811096"/>
                </a:lnTo>
                <a:lnTo>
                  <a:pt x="2290408" y="7854493"/>
                </a:lnTo>
                <a:lnTo>
                  <a:pt x="2304135" y="7898655"/>
                </a:lnTo>
                <a:lnTo>
                  <a:pt x="2316155" y="7943544"/>
                </a:lnTo>
                <a:lnTo>
                  <a:pt x="2326429" y="7989122"/>
                </a:lnTo>
                <a:lnTo>
                  <a:pt x="2334919" y="8035351"/>
                </a:lnTo>
                <a:lnTo>
                  <a:pt x="2341589" y="8082194"/>
                </a:lnTo>
                <a:lnTo>
                  <a:pt x="2346399" y="8129613"/>
                </a:lnTo>
                <a:lnTo>
                  <a:pt x="2349313" y="8177570"/>
                </a:lnTo>
                <a:lnTo>
                  <a:pt x="2350293" y="8226027"/>
                </a:lnTo>
                <a:close/>
              </a:path>
              <a:path w="2350770" h="9401175">
                <a:moveTo>
                  <a:pt x="2350293" y="1175146"/>
                </a:moveTo>
                <a:lnTo>
                  <a:pt x="2349313" y="1223604"/>
                </a:lnTo>
                <a:lnTo>
                  <a:pt x="2346399" y="1271561"/>
                </a:lnTo>
                <a:lnTo>
                  <a:pt x="2341589" y="1318980"/>
                </a:lnTo>
                <a:lnTo>
                  <a:pt x="2334919" y="1365823"/>
                </a:lnTo>
                <a:lnTo>
                  <a:pt x="2326429" y="1412052"/>
                </a:lnTo>
                <a:lnTo>
                  <a:pt x="2316155" y="1457630"/>
                </a:lnTo>
                <a:lnTo>
                  <a:pt x="2304135" y="1502519"/>
                </a:lnTo>
                <a:lnTo>
                  <a:pt x="2290408" y="1546681"/>
                </a:lnTo>
                <a:lnTo>
                  <a:pt x="2275010" y="1590078"/>
                </a:lnTo>
                <a:lnTo>
                  <a:pt x="2257980" y="1632673"/>
                </a:lnTo>
                <a:lnTo>
                  <a:pt x="2239355" y="1674428"/>
                </a:lnTo>
                <a:lnTo>
                  <a:pt x="2219173" y="1715305"/>
                </a:lnTo>
                <a:lnTo>
                  <a:pt x="2197472" y="1755267"/>
                </a:lnTo>
                <a:lnTo>
                  <a:pt x="2174290" y="1794276"/>
                </a:lnTo>
                <a:lnTo>
                  <a:pt x="2149663" y="1832293"/>
                </a:lnTo>
                <a:lnTo>
                  <a:pt x="2123631" y="1869282"/>
                </a:lnTo>
                <a:lnTo>
                  <a:pt x="2096230" y="1905204"/>
                </a:lnTo>
                <a:lnTo>
                  <a:pt x="2067499" y="1940022"/>
                </a:lnTo>
                <a:lnTo>
                  <a:pt x="2037475" y="1973699"/>
                </a:lnTo>
                <a:lnTo>
                  <a:pt x="2006195" y="2006195"/>
                </a:lnTo>
                <a:lnTo>
                  <a:pt x="1973699" y="2037475"/>
                </a:lnTo>
                <a:lnTo>
                  <a:pt x="1940022" y="2067499"/>
                </a:lnTo>
                <a:lnTo>
                  <a:pt x="1905204" y="2096230"/>
                </a:lnTo>
                <a:lnTo>
                  <a:pt x="1869282" y="2123631"/>
                </a:lnTo>
                <a:lnTo>
                  <a:pt x="1832293" y="2149663"/>
                </a:lnTo>
                <a:lnTo>
                  <a:pt x="1794276" y="2174290"/>
                </a:lnTo>
                <a:lnTo>
                  <a:pt x="1755267" y="2197472"/>
                </a:lnTo>
                <a:lnTo>
                  <a:pt x="1715305" y="2219173"/>
                </a:lnTo>
                <a:lnTo>
                  <a:pt x="1674428" y="2239355"/>
                </a:lnTo>
                <a:lnTo>
                  <a:pt x="1632673" y="2257980"/>
                </a:lnTo>
                <a:lnTo>
                  <a:pt x="1590078" y="2275010"/>
                </a:lnTo>
                <a:lnTo>
                  <a:pt x="1546681" y="2290408"/>
                </a:lnTo>
                <a:lnTo>
                  <a:pt x="1502519" y="2304135"/>
                </a:lnTo>
                <a:lnTo>
                  <a:pt x="1457630" y="2316155"/>
                </a:lnTo>
                <a:lnTo>
                  <a:pt x="1412052" y="2326429"/>
                </a:lnTo>
                <a:lnTo>
                  <a:pt x="1365823" y="2334919"/>
                </a:lnTo>
                <a:lnTo>
                  <a:pt x="1318980" y="2341589"/>
                </a:lnTo>
                <a:lnTo>
                  <a:pt x="1271561" y="2346399"/>
                </a:lnTo>
                <a:lnTo>
                  <a:pt x="1223604" y="2349313"/>
                </a:lnTo>
                <a:lnTo>
                  <a:pt x="1175146" y="2350293"/>
                </a:lnTo>
                <a:lnTo>
                  <a:pt x="1126689" y="2349313"/>
                </a:lnTo>
                <a:lnTo>
                  <a:pt x="1078732" y="2346399"/>
                </a:lnTo>
                <a:lnTo>
                  <a:pt x="1031313" y="2341589"/>
                </a:lnTo>
                <a:lnTo>
                  <a:pt x="984470" y="2334919"/>
                </a:lnTo>
                <a:lnTo>
                  <a:pt x="938241" y="2326429"/>
                </a:lnTo>
                <a:lnTo>
                  <a:pt x="892663" y="2316155"/>
                </a:lnTo>
                <a:lnTo>
                  <a:pt x="847774" y="2304135"/>
                </a:lnTo>
                <a:lnTo>
                  <a:pt x="803612" y="2290408"/>
                </a:lnTo>
                <a:lnTo>
                  <a:pt x="760215" y="2275010"/>
                </a:lnTo>
                <a:lnTo>
                  <a:pt x="717620" y="2257980"/>
                </a:lnTo>
                <a:lnTo>
                  <a:pt x="675865" y="2239355"/>
                </a:lnTo>
                <a:lnTo>
                  <a:pt x="634987" y="2219173"/>
                </a:lnTo>
                <a:lnTo>
                  <a:pt x="595026" y="2197472"/>
                </a:lnTo>
                <a:lnTo>
                  <a:pt x="556017" y="2174290"/>
                </a:lnTo>
                <a:lnTo>
                  <a:pt x="518000" y="2149663"/>
                </a:lnTo>
                <a:lnTo>
                  <a:pt x="481011" y="2123631"/>
                </a:lnTo>
                <a:lnTo>
                  <a:pt x="445088" y="2096230"/>
                </a:lnTo>
                <a:lnTo>
                  <a:pt x="410270" y="2067499"/>
                </a:lnTo>
                <a:lnTo>
                  <a:pt x="376594" y="2037475"/>
                </a:lnTo>
                <a:lnTo>
                  <a:pt x="344097" y="2006195"/>
                </a:lnTo>
                <a:lnTo>
                  <a:pt x="312818" y="1973699"/>
                </a:lnTo>
                <a:lnTo>
                  <a:pt x="282794" y="1940022"/>
                </a:lnTo>
                <a:lnTo>
                  <a:pt x="254063" y="1905204"/>
                </a:lnTo>
                <a:lnTo>
                  <a:pt x="226662" y="1869282"/>
                </a:lnTo>
                <a:lnTo>
                  <a:pt x="200630" y="1832293"/>
                </a:lnTo>
                <a:lnTo>
                  <a:pt x="176003" y="1794276"/>
                </a:lnTo>
                <a:lnTo>
                  <a:pt x="152821" y="1755267"/>
                </a:lnTo>
                <a:lnTo>
                  <a:pt x="131120" y="1715305"/>
                </a:lnTo>
                <a:lnTo>
                  <a:pt x="110938" y="1674428"/>
                </a:lnTo>
                <a:lnTo>
                  <a:pt x="92313" y="1632673"/>
                </a:lnTo>
                <a:lnTo>
                  <a:pt x="75283" y="1590078"/>
                </a:lnTo>
                <a:lnTo>
                  <a:pt x="59885" y="1546681"/>
                </a:lnTo>
                <a:lnTo>
                  <a:pt x="46157" y="1502519"/>
                </a:lnTo>
                <a:lnTo>
                  <a:pt x="34138" y="1457630"/>
                </a:lnTo>
                <a:lnTo>
                  <a:pt x="23864" y="1412052"/>
                </a:lnTo>
                <a:lnTo>
                  <a:pt x="15373" y="1365823"/>
                </a:lnTo>
                <a:lnTo>
                  <a:pt x="8704" y="1318980"/>
                </a:lnTo>
                <a:lnTo>
                  <a:pt x="3893" y="1271561"/>
                </a:lnTo>
                <a:lnTo>
                  <a:pt x="979" y="1223604"/>
                </a:lnTo>
                <a:lnTo>
                  <a:pt x="0" y="1175146"/>
                </a:lnTo>
                <a:lnTo>
                  <a:pt x="979" y="1126689"/>
                </a:lnTo>
                <a:lnTo>
                  <a:pt x="3893" y="1078732"/>
                </a:lnTo>
                <a:lnTo>
                  <a:pt x="8704" y="1031313"/>
                </a:lnTo>
                <a:lnTo>
                  <a:pt x="15373" y="984470"/>
                </a:lnTo>
                <a:lnTo>
                  <a:pt x="23864" y="938241"/>
                </a:lnTo>
                <a:lnTo>
                  <a:pt x="34138" y="892663"/>
                </a:lnTo>
                <a:lnTo>
                  <a:pt x="46157" y="847774"/>
                </a:lnTo>
                <a:lnTo>
                  <a:pt x="59885" y="803612"/>
                </a:lnTo>
                <a:lnTo>
                  <a:pt x="75283" y="760215"/>
                </a:lnTo>
                <a:lnTo>
                  <a:pt x="92313" y="717620"/>
                </a:lnTo>
                <a:lnTo>
                  <a:pt x="110938" y="675865"/>
                </a:lnTo>
                <a:lnTo>
                  <a:pt x="131120" y="634987"/>
                </a:lnTo>
                <a:lnTo>
                  <a:pt x="152821" y="595026"/>
                </a:lnTo>
                <a:lnTo>
                  <a:pt x="176003" y="556017"/>
                </a:lnTo>
                <a:lnTo>
                  <a:pt x="200630" y="518000"/>
                </a:lnTo>
                <a:lnTo>
                  <a:pt x="226662" y="481011"/>
                </a:lnTo>
                <a:lnTo>
                  <a:pt x="254063" y="445088"/>
                </a:lnTo>
                <a:lnTo>
                  <a:pt x="282794" y="410270"/>
                </a:lnTo>
                <a:lnTo>
                  <a:pt x="312818" y="376594"/>
                </a:lnTo>
                <a:lnTo>
                  <a:pt x="344097" y="344097"/>
                </a:lnTo>
                <a:lnTo>
                  <a:pt x="376594" y="312818"/>
                </a:lnTo>
                <a:lnTo>
                  <a:pt x="410270" y="282794"/>
                </a:lnTo>
                <a:lnTo>
                  <a:pt x="445088" y="254063"/>
                </a:lnTo>
                <a:lnTo>
                  <a:pt x="481011" y="226662"/>
                </a:lnTo>
                <a:lnTo>
                  <a:pt x="518000" y="200630"/>
                </a:lnTo>
                <a:lnTo>
                  <a:pt x="556017" y="176003"/>
                </a:lnTo>
                <a:lnTo>
                  <a:pt x="595026" y="152821"/>
                </a:lnTo>
                <a:lnTo>
                  <a:pt x="634987" y="131120"/>
                </a:lnTo>
                <a:lnTo>
                  <a:pt x="675865" y="110938"/>
                </a:lnTo>
                <a:lnTo>
                  <a:pt x="717620" y="92313"/>
                </a:lnTo>
                <a:lnTo>
                  <a:pt x="760215" y="75283"/>
                </a:lnTo>
                <a:lnTo>
                  <a:pt x="803612" y="59885"/>
                </a:lnTo>
                <a:lnTo>
                  <a:pt x="847774" y="46157"/>
                </a:lnTo>
                <a:lnTo>
                  <a:pt x="892663" y="34138"/>
                </a:lnTo>
                <a:lnTo>
                  <a:pt x="938241" y="23864"/>
                </a:lnTo>
                <a:lnTo>
                  <a:pt x="984470" y="15373"/>
                </a:lnTo>
                <a:lnTo>
                  <a:pt x="1031313" y="8704"/>
                </a:lnTo>
                <a:lnTo>
                  <a:pt x="1078732" y="3893"/>
                </a:lnTo>
                <a:lnTo>
                  <a:pt x="1126689" y="979"/>
                </a:lnTo>
                <a:lnTo>
                  <a:pt x="1175146" y="0"/>
                </a:lnTo>
                <a:lnTo>
                  <a:pt x="1223604" y="979"/>
                </a:lnTo>
                <a:lnTo>
                  <a:pt x="1271561" y="3893"/>
                </a:lnTo>
                <a:lnTo>
                  <a:pt x="1318980" y="8704"/>
                </a:lnTo>
                <a:lnTo>
                  <a:pt x="1365823" y="15373"/>
                </a:lnTo>
                <a:lnTo>
                  <a:pt x="1412052" y="23864"/>
                </a:lnTo>
                <a:lnTo>
                  <a:pt x="1457630" y="34138"/>
                </a:lnTo>
                <a:lnTo>
                  <a:pt x="1502519" y="46157"/>
                </a:lnTo>
                <a:lnTo>
                  <a:pt x="1546681" y="59885"/>
                </a:lnTo>
                <a:lnTo>
                  <a:pt x="1590078" y="75283"/>
                </a:lnTo>
                <a:lnTo>
                  <a:pt x="1632673" y="92313"/>
                </a:lnTo>
                <a:lnTo>
                  <a:pt x="1674428" y="110938"/>
                </a:lnTo>
                <a:lnTo>
                  <a:pt x="1715305" y="131120"/>
                </a:lnTo>
                <a:lnTo>
                  <a:pt x="1755267" y="152821"/>
                </a:lnTo>
                <a:lnTo>
                  <a:pt x="1794276" y="176003"/>
                </a:lnTo>
                <a:lnTo>
                  <a:pt x="1832293" y="200630"/>
                </a:lnTo>
                <a:lnTo>
                  <a:pt x="1869282" y="226662"/>
                </a:lnTo>
                <a:lnTo>
                  <a:pt x="1905204" y="254063"/>
                </a:lnTo>
                <a:lnTo>
                  <a:pt x="1940022" y="282794"/>
                </a:lnTo>
                <a:lnTo>
                  <a:pt x="1973699" y="312818"/>
                </a:lnTo>
                <a:lnTo>
                  <a:pt x="2006195" y="344097"/>
                </a:lnTo>
                <a:lnTo>
                  <a:pt x="2037475" y="376594"/>
                </a:lnTo>
                <a:lnTo>
                  <a:pt x="2067499" y="410270"/>
                </a:lnTo>
                <a:lnTo>
                  <a:pt x="2096230" y="445088"/>
                </a:lnTo>
                <a:lnTo>
                  <a:pt x="2123631" y="481011"/>
                </a:lnTo>
                <a:lnTo>
                  <a:pt x="2149663" y="518000"/>
                </a:lnTo>
                <a:lnTo>
                  <a:pt x="2174290" y="556017"/>
                </a:lnTo>
                <a:lnTo>
                  <a:pt x="2197472" y="595026"/>
                </a:lnTo>
                <a:lnTo>
                  <a:pt x="2219173" y="634987"/>
                </a:lnTo>
                <a:lnTo>
                  <a:pt x="2239355" y="675865"/>
                </a:lnTo>
                <a:lnTo>
                  <a:pt x="2257980" y="717620"/>
                </a:lnTo>
                <a:lnTo>
                  <a:pt x="2275010" y="760215"/>
                </a:lnTo>
                <a:lnTo>
                  <a:pt x="2290408" y="803612"/>
                </a:lnTo>
                <a:lnTo>
                  <a:pt x="2304135" y="847774"/>
                </a:lnTo>
                <a:lnTo>
                  <a:pt x="2316155" y="892663"/>
                </a:lnTo>
                <a:lnTo>
                  <a:pt x="2326429" y="938241"/>
                </a:lnTo>
                <a:lnTo>
                  <a:pt x="2334919" y="984470"/>
                </a:lnTo>
                <a:lnTo>
                  <a:pt x="2341589" y="1031313"/>
                </a:lnTo>
                <a:lnTo>
                  <a:pt x="2346399" y="1078732"/>
                </a:lnTo>
                <a:lnTo>
                  <a:pt x="2349313" y="1126689"/>
                </a:lnTo>
                <a:lnTo>
                  <a:pt x="2350293" y="1175146"/>
                </a:lnTo>
                <a:close/>
              </a:path>
              <a:path w="2350770" h="9401175">
                <a:moveTo>
                  <a:pt x="2350293" y="4700587"/>
                </a:moveTo>
                <a:lnTo>
                  <a:pt x="2349313" y="4749044"/>
                </a:lnTo>
                <a:lnTo>
                  <a:pt x="2346399" y="4797001"/>
                </a:lnTo>
                <a:lnTo>
                  <a:pt x="2341589" y="4844420"/>
                </a:lnTo>
                <a:lnTo>
                  <a:pt x="2334919" y="4891263"/>
                </a:lnTo>
                <a:lnTo>
                  <a:pt x="2326429" y="4937492"/>
                </a:lnTo>
                <a:lnTo>
                  <a:pt x="2316155" y="4983070"/>
                </a:lnTo>
                <a:lnTo>
                  <a:pt x="2304135" y="5027959"/>
                </a:lnTo>
                <a:lnTo>
                  <a:pt x="2290408" y="5072121"/>
                </a:lnTo>
                <a:lnTo>
                  <a:pt x="2275010" y="5115519"/>
                </a:lnTo>
                <a:lnTo>
                  <a:pt x="2257980" y="5158114"/>
                </a:lnTo>
                <a:lnTo>
                  <a:pt x="2239355" y="5199869"/>
                </a:lnTo>
                <a:lnTo>
                  <a:pt x="2219173" y="5240746"/>
                </a:lnTo>
                <a:lnTo>
                  <a:pt x="2197472" y="5280708"/>
                </a:lnTo>
                <a:lnTo>
                  <a:pt x="2174290" y="5319716"/>
                </a:lnTo>
                <a:lnTo>
                  <a:pt x="2149663" y="5357734"/>
                </a:lnTo>
                <a:lnTo>
                  <a:pt x="2123631" y="5394722"/>
                </a:lnTo>
                <a:lnTo>
                  <a:pt x="2096230" y="5430645"/>
                </a:lnTo>
                <a:lnTo>
                  <a:pt x="2067499" y="5465463"/>
                </a:lnTo>
                <a:lnTo>
                  <a:pt x="2037475" y="5499139"/>
                </a:lnTo>
                <a:lnTo>
                  <a:pt x="2006195" y="5531636"/>
                </a:lnTo>
                <a:lnTo>
                  <a:pt x="1973699" y="5562915"/>
                </a:lnTo>
                <a:lnTo>
                  <a:pt x="1940022" y="5592939"/>
                </a:lnTo>
                <a:lnTo>
                  <a:pt x="1905204" y="5621671"/>
                </a:lnTo>
                <a:lnTo>
                  <a:pt x="1869282" y="5649071"/>
                </a:lnTo>
                <a:lnTo>
                  <a:pt x="1832293" y="5675104"/>
                </a:lnTo>
                <a:lnTo>
                  <a:pt x="1794276" y="5699730"/>
                </a:lnTo>
                <a:lnTo>
                  <a:pt x="1755267" y="5722913"/>
                </a:lnTo>
                <a:lnTo>
                  <a:pt x="1715305" y="5744614"/>
                </a:lnTo>
                <a:lnTo>
                  <a:pt x="1674428" y="5764795"/>
                </a:lnTo>
                <a:lnTo>
                  <a:pt x="1632673" y="5783420"/>
                </a:lnTo>
                <a:lnTo>
                  <a:pt x="1590078" y="5800450"/>
                </a:lnTo>
                <a:lnTo>
                  <a:pt x="1546681" y="5815848"/>
                </a:lnTo>
                <a:lnTo>
                  <a:pt x="1502519" y="5829576"/>
                </a:lnTo>
                <a:lnTo>
                  <a:pt x="1457630" y="5841595"/>
                </a:lnTo>
                <a:lnTo>
                  <a:pt x="1412052" y="5851869"/>
                </a:lnTo>
                <a:lnTo>
                  <a:pt x="1365823" y="5860360"/>
                </a:lnTo>
                <a:lnTo>
                  <a:pt x="1318980" y="5867029"/>
                </a:lnTo>
                <a:lnTo>
                  <a:pt x="1271561" y="5871840"/>
                </a:lnTo>
                <a:lnTo>
                  <a:pt x="1223604" y="5874754"/>
                </a:lnTo>
                <a:lnTo>
                  <a:pt x="1175146" y="5875734"/>
                </a:lnTo>
                <a:lnTo>
                  <a:pt x="1126689" y="5874754"/>
                </a:lnTo>
                <a:lnTo>
                  <a:pt x="1078732" y="5871840"/>
                </a:lnTo>
                <a:lnTo>
                  <a:pt x="1031313" y="5867029"/>
                </a:lnTo>
                <a:lnTo>
                  <a:pt x="984470" y="5860360"/>
                </a:lnTo>
                <a:lnTo>
                  <a:pt x="938241" y="5851869"/>
                </a:lnTo>
                <a:lnTo>
                  <a:pt x="892663" y="5841595"/>
                </a:lnTo>
                <a:lnTo>
                  <a:pt x="847774" y="5829576"/>
                </a:lnTo>
                <a:lnTo>
                  <a:pt x="803612" y="5815848"/>
                </a:lnTo>
                <a:lnTo>
                  <a:pt x="760215" y="5800450"/>
                </a:lnTo>
                <a:lnTo>
                  <a:pt x="717620" y="5783420"/>
                </a:lnTo>
                <a:lnTo>
                  <a:pt x="675865" y="5764795"/>
                </a:lnTo>
                <a:lnTo>
                  <a:pt x="634987" y="5744614"/>
                </a:lnTo>
                <a:lnTo>
                  <a:pt x="595026" y="5722913"/>
                </a:lnTo>
                <a:lnTo>
                  <a:pt x="556017" y="5699730"/>
                </a:lnTo>
                <a:lnTo>
                  <a:pt x="518000" y="5675104"/>
                </a:lnTo>
                <a:lnTo>
                  <a:pt x="481011" y="5649071"/>
                </a:lnTo>
                <a:lnTo>
                  <a:pt x="445088" y="5621671"/>
                </a:lnTo>
                <a:lnTo>
                  <a:pt x="410270" y="5592939"/>
                </a:lnTo>
                <a:lnTo>
                  <a:pt x="376594" y="5562915"/>
                </a:lnTo>
                <a:lnTo>
                  <a:pt x="344097" y="5531636"/>
                </a:lnTo>
                <a:lnTo>
                  <a:pt x="312818" y="5499139"/>
                </a:lnTo>
                <a:lnTo>
                  <a:pt x="282794" y="5465463"/>
                </a:lnTo>
                <a:lnTo>
                  <a:pt x="254063" y="5430645"/>
                </a:lnTo>
                <a:lnTo>
                  <a:pt x="226662" y="5394722"/>
                </a:lnTo>
                <a:lnTo>
                  <a:pt x="200630" y="5357734"/>
                </a:lnTo>
                <a:lnTo>
                  <a:pt x="176003" y="5319716"/>
                </a:lnTo>
                <a:lnTo>
                  <a:pt x="152821" y="5280708"/>
                </a:lnTo>
                <a:lnTo>
                  <a:pt x="131120" y="5240746"/>
                </a:lnTo>
                <a:lnTo>
                  <a:pt x="110938" y="5199869"/>
                </a:lnTo>
                <a:lnTo>
                  <a:pt x="92313" y="5158114"/>
                </a:lnTo>
                <a:lnTo>
                  <a:pt x="75283" y="5115519"/>
                </a:lnTo>
                <a:lnTo>
                  <a:pt x="59885" y="5072121"/>
                </a:lnTo>
                <a:lnTo>
                  <a:pt x="46157" y="5027959"/>
                </a:lnTo>
                <a:lnTo>
                  <a:pt x="34138" y="4983070"/>
                </a:lnTo>
                <a:lnTo>
                  <a:pt x="23864" y="4937492"/>
                </a:lnTo>
                <a:lnTo>
                  <a:pt x="15373" y="4891263"/>
                </a:lnTo>
                <a:lnTo>
                  <a:pt x="8704" y="4844420"/>
                </a:lnTo>
                <a:lnTo>
                  <a:pt x="3893" y="4797001"/>
                </a:lnTo>
                <a:lnTo>
                  <a:pt x="979" y="4749044"/>
                </a:lnTo>
                <a:lnTo>
                  <a:pt x="0" y="4700587"/>
                </a:lnTo>
                <a:lnTo>
                  <a:pt x="979" y="4652129"/>
                </a:lnTo>
                <a:lnTo>
                  <a:pt x="3893" y="4604172"/>
                </a:lnTo>
                <a:lnTo>
                  <a:pt x="8704" y="4556753"/>
                </a:lnTo>
                <a:lnTo>
                  <a:pt x="15373" y="4509911"/>
                </a:lnTo>
                <a:lnTo>
                  <a:pt x="23864" y="4463681"/>
                </a:lnTo>
                <a:lnTo>
                  <a:pt x="34138" y="4418103"/>
                </a:lnTo>
                <a:lnTo>
                  <a:pt x="46157" y="4373214"/>
                </a:lnTo>
                <a:lnTo>
                  <a:pt x="59885" y="4329053"/>
                </a:lnTo>
                <a:lnTo>
                  <a:pt x="75283" y="4285655"/>
                </a:lnTo>
                <a:lnTo>
                  <a:pt x="92313" y="4243060"/>
                </a:lnTo>
                <a:lnTo>
                  <a:pt x="110938" y="4201305"/>
                </a:lnTo>
                <a:lnTo>
                  <a:pt x="131120" y="4160428"/>
                </a:lnTo>
                <a:lnTo>
                  <a:pt x="152821" y="4120466"/>
                </a:lnTo>
                <a:lnTo>
                  <a:pt x="176003" y="4081458"/>
                </a:lnTo>
                <a:lnTo>
                  <a:pt x="200630" y="4043440"/>
                </a:lnTo>
                <a:lnTo>
                  <a:pt x="226662" y="4006451"/>
                </a:lnTo>
                <a:lnTo>
                  <a:pt x="254063" y="3970529"/>
                </a:lnTo>
                <a:lnTo>
                  <a:pt x="282794" y="3935711"/>
                </a:lnTo>
                <a:lnTo>
                  <a:pt x="312818" y="3902034"/>
                </a:lnTo>
                <a:lnTo>
                  <a:pt x="344097" y="3869538"/>
                </a:lnTo>
                <a:lnTo>
                  <a:pt x="376594" y="3838259"/>
                </a:lnTo>
                <a:lnTo>
                  <a:pt x="410270" y="3808234"/>
                </a:lnTo>
                <a:lnTo>
                  <a:pt x="445088" y="3779503"/>
                </a:lnTo>
                <a:lnTo>
                  <a:pt x="481011" y="3752102"/>
                </a:lnTo>
                <a:lnTo>
                  <a:pt x="518000" y="3726070"/>
                </a:lnTo>
                <a:lnTo>
                  <a:pt x="556017" y="3701444"/>
                </a:lnTo>
                <a:lnTo>
                  <a:pt x="595026" y="3678261"/>
                </a:lnTo>
                <a:lnTo>
                  <a:pt x="634987" y="3656560"/>
                </a:lnTo>
                <a:lnTo>
                  <a:pt x="675865" y="3636378"/>
                </a:lnTo>
                <a:lnTo>
                  <a:pt x="717620" y="3617753"/>
                </a:lnTo>
                <a:lnTo>
                  <a:pt x="760215" y="3600723"/>
                </a:lnTo>
                <a:lnTo>
                  <a:pt x="803612" y="3585326"/>
                </a:lnTo>
                <a:lnTo>
                  <a:pt x="847774" y="3571598"/>
                </a:lnTo>
                <a:lnTo>
                  <a:pt x="892663" y="3559578"/>
                </a:lnTo>
                <a:lnTo>
                  <a:pt x="938241" y="3549304"/>
                </a:lnTo>
                <a:lnTo>
                  <a:pt x="984470" y="3540814"/>
                </a:lnTo>
                <a:lnTo>
                  <a:pt x="1031313" y="3534144"/>
                </a:lnTo>
                <a:lnTo>
                  <a:pt x="1078732" y="3529334"/>
                </a:lnTo>
                <a:lnTo>
                  <a:pt x="1126689" y="3526420"/>
                </a:lnTo>
                <a:lnTo>
                  <a:pt x="1175146" y="3525440"/>
                </a:lnTo>
                <a:lnTo>
                  <a:pt x="1223604" y="3526420"/>
                </a:lnTo>
                <a:lnTo>
                  <a:pt x="1271561" y="3529334"/>
                </a:lnTo>
                <a:lnTo>
                  <a:pt x="1318980" y="3534144"/>
                </a:lnTo>
                <a:lnTo>
                  <a:pt x="1365823" y="3540814"/>
                </a:lnTo>
                <a:lnTo>
                  <a:pt x="1412052" y="3549304"/>
                </a:lnTo>
                <a:lnTo>
                  <a:pt x="1457630" y="3559578"/>
                </a:lnTo>
                <a:lnTo>
                  <a:pt x="1502519" y="3571598"/>
                </a:lnTo>
                <a:lnTo>
                  <a:pt x="1546681" y="3585326"/>
                </a:lnTo>
                <a:lnTo>
                  <a:pt x="1590078" y="3600723"/>
                </a:lnTo>
                <a:lnTo>
                  <a:pt x="1632673" y="3617753"/>
                </a:lnTo>
                <a:lnTo>
                  <a:pt x="1674428" y="3636378"/>
                </a:lnTo>
                <a:lnTo>
                  <a:pt x="1715305" y="3656560"/>
                </a:lnTo>
                <a:lnTo>
                  <a:pt x="1755267" y="3678261"/>
                </a:lnTo>
                <a:lnTo>
                  <a:pt x="1794276" y="3701444"/>
                </a:lnTo>
                <a:lnTo>
                  <a:pt x="1832293" y="3726070"/>
                </a:lnTo>
                <a:lnTo>
                  <a:pt x="1869282" y="3752102"/>
                </a:lnTo>
                <a:lnTo>
                  <a:pt x="1905204" y="3779503"/>
                </a:lnTo>
                <a:lnTo>
                  <a:pt x="1940022" y="3808234"/>
                </a:lnTo>
                <a:lnTo>
                  <a:pt x="1973699" y="3838259"/>
                </a:lnTo>
                <a:lnTo>
                  <a:pt x="2006195" y="3869538"/>
                </a:lnTo>
                <a:lnTo>
                  <a:pt x="2037475" y="3902034"/>
                </a:lnTo>
                <a:lnTo>
                  <a:pt x="2067499" y="3935711"/>
                </a:lnTo>
                <a:lnTo>
                  <a:pt x="2096230" y="3970529"/>
                </a:lnTo>
                <a:lnTo>
                  <a:pt x="2123631" y="4006451"/>
                </a:lnTo>
                <a:lnTo>
                  <a:pt x="2149663" y="4043440"/>
                </a:lnTo>
                <a:lnTo>
                  <a:pt x="2174290" y="4081458"/>
                </a:lnTo>
                <a:lnTo>
                  <a:pt x="2197472" y="4120466"/>
                </a:lnTo>
                <a:lnTo>
                  <a:pt x="2219173" y="4160428"/>
                </a:lnTo>
                <a:lnTo>
                  <a:pt x="2239355" y="4201305"/>
                </a:lnTo>
                <a:lnTo>
                  <a:pt x="2257980" y="4243060"/>
                </a:lnTo>
                <a:lnTo>
                  <a:pt x="2275010" y="4285655"/>
                </a:lnTo>
                <a:lnTo>
                  <a:pt x="2290408" y="4329053"/>
                </a:lnTo>
                <a:lnTo>
                  <a:pt x="2304135" y="4373214"/>
                </a:lnTo>
                <a:lnTo>
                  <a:pt x="2316155" y="4418103"/>
                </a:lnTo>
                <a:lnTo>
                  <a:pt x="2326429" y="4463681"/>
                </a:lnTo>
                <a:lnTo>
                  <a:pt x="2334919" y="4509911"/>
                </a:lnTo>
                <a:lnTo>
                  <a:pt x="2341589" y="4556753"/>
                </a:lnTo>
                <a:lnTo>
                  <a:pt x="2346399" y="4604172"/>
                </a:lnTo>
                <a:lnTo>
                  <a:pt x="2349313" y="4652129"/>
                </a:lnTo>
                <a:lnTo>
                  <a:pt x="2350293" y="4700587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384896" y="5603635"/>
            <a:ext cx="1903730" cy="4683760"/>
          </a:xfrm>
          <a:custGeom>
            <a:avLst/>
            <a:gdLst/>
            <a:ahLst/>
            <a:cxnLst/>
            <a:rect l="l" t="t" r="r" b="b"/>
            <a:pathLst>
              <a:path w="1903730" h="4683759">
                <a:moveTo>
                  <a:pt x="1903102" y="4683364"/>
                </a:moveTo>
                <a:lnTo>
                  <a:pt x="642906" y="4683364"/>
                </a:lnTo>
                <a:lnTo>
                  <a:pt x="595203" y="4616527"/>
                </a:lnTo>
                <a:lnTo>
                  <a:pt x="542824" y="4540327"/>
                </a:lnTo>
                <a:lnTo>
                  <a:pt x="492568" y="4464127"/>
                </a:lnTo>
                <a:lnTo>
                  <a:pt x="444479" y="4387927"/>
                </a:lnTo>
                <a:lnTo>
                  <a:pt x="421261" y="4349827"/>
                </a:lnTo>
                <a:lnTo>
                  <a:pt x="398601" y="4311727"/>
                </a:lnTo>
                <a:lnTo>
                  <a:pt x="376505" y="4273627"/>
                </a:lnTo>
                <a:lnTo>
                  <a:pt x="354979" y="4235527"/>
                </a:lnTo>
                <a:lnTo>
                  <a:pt x="334027" y="4197427"/>
                </a:lnTo>
                <a:lnTo>
                  <a:pt x="313657" y="4159327"/>
                </a:lnTo>
                <a:lnTo>
                  <a:pt x="293872" y="4121227"/>
                </a:lnTo>
                <a:lnTo>
                  <a:pt x="274679" y="4070427"/>
                </a:lnTo>
                <a:lnTo>
                  <a:pt x="256083" y="4032327"/>
                </a:lnTo>
                <a:lnTo>
                  <a:pt x="238090" y="3994227"/>
                </a:lnTo>
                <a:lnTo>
                  <a:pt x="220705" y="3943427"/>
                </a:lnTo>
                <a:lnTo>
                  <a:pt x="203934" y="3905327"/>
                </a:lnTo>
                <a:lnTo>
                  <a:pt x="187783" y="3867227"/>
                </a:lnTo>
                <a:lnTo>
                  <a:pt x="172256" y="3816427"/>
                </a:lnTo>
                <a:lnTo>
                  <a:pt x="157360" y="3778327"/>
                </a:lnTo>
                <a:lnTo>
                  <a:pt x="143100" y="3740227"/>
                </a:lnTo>
                <a:lnTo>
                  <a:pt x="129481" y="3689427"/>
                </a:lnTo>
                <a:lnTo>
                  <a:pt x="116509" y="3651327"/>
                </a:lnTo>
                <a:lnTo>
                  <a:pt x="104191" y="3600527"/>
                </a:lnTo>
                <a:lnTo>
                  <a:pt x="92530" y="3562427"/>
                </a:lnTo>
                <a:lnTo>
                  <a:pt x="81533" y="3511627"/>
                </a:lnTo>
                <a:lnTo>
                  <a:pt x="71205" y="3473527"/>
                </a:lnTo>
                <a:lnTo>
                  <a:pt x="61553" y="3422727"/>
                </a:lnTo>
                <a:lnTo>
                  <a:pt x="52580" y="3371927"/>
                </a:lnTo>
                <a:lnTo>
                  <a:pt x="44294" y="3333827"/>
                </a:lnTo>
                <a:lnTo>
                  <a:pt x="36699" y="3283027"/>
                </a:lnTo>
                <a:lnTo>
                  <a:pt x="29801" y="3244927"/>
                </a:lnTo>
                <a:lnTo>
                  <a:pt x="23605" y="3194127"/>
                </a:lnTo>
                <a:lnTo>
                  <a:pt x="18118" y="3143327"/>
                </a:lnTo>
                <a:lnTo>
                  <a:pt x="13344" y="3092527"/>
                </a:lnTo>
                <a:lnTo>
                  <a:pt x="9290" y="3054427"/>
                </a:lnTo>
                <a:lnTo>
                  <a:pt x="5960" y="3003627"/>
                </a:lnTo>
                <a:lnTo>
                  <a:pt x="1497" y="2914727"/>
                </a:lnTo>
                <a:lnTo>
                  <a:pt x="375" y="2863927"/>
                </a:lnTo>
                <a:lnTo>
                  <a:pt x="0" y="2813127"/>
                </a:lnTo>
                <a:lnTo>
                  <a:pt x="375" y="2762327"/>
                </a:lnTo>
                <a:lnTo>
                  <a:pt x="1497" y="2711527"/>
                </a:lnTo>
                <a:lnTo>
                  <a:pt x="5960" y="2622627"/>
                </a:lnTo>
                <a:lnTo>
                  <a:pt x="9290" y="2571827"/>
                </a:lnTo>
                <a:lnTo>
                  <a:pt x="13344" y="2521027"/>
                </a:lnTo>
                <a:lnTo>
                  <a:pt x="18118" y="2482927"/>
                </a:lnTo>
                <a:lnTo>
                  <a:pt x="23605" y="2432127"/>
                </a:lnTo>
                <a:lnTo>
                  <a:pt x="29801" y="2381327"/>
                </a:lnTo>
                <a:lnTo>
                  <a:pt x="36699" y="2343227"/>
                </a:lnTo>
                <a:lnTo>
                  <a:pt x="44294" y="2292427"/>
                </a:lnTo>
                <a:lnTo>
                  <a:pt x="52580" y="2241627"/>
                </a:lnTo>
                <a:lnTo>
                  <a:pt x="61553" y="2203527"/>
                </a:lnTo>
                <a:lnTo>
                  <a:pt x="71205" y="2152727"/>
                </a:lnTo>
                <a:lnTo>
                  <a:pt x="81533" y="2114627"/>
                </a:lnTo>
                <a:lnTo>
                  <a:pt x="92530" y="2063827"/>
                </a:lnTo>
                <a:lnTo>
                  <a:pt x="104191" y="2025727"/>
                </a:lnTo>
                <a:lnTo>
                  <a:pt x="116509" y="1974927"/>
                </a:lnTo>
                <a:lnTo>
                  <a:pt x="129481" y="1936827"/>
                </a:lnTo>
                <a:lnTo>
                  <a:pt x="143100" y="1886027"/>
                </a:lnTo>
                <a:lnTo>
                  <a:pt x="157360" y="1847927"/>
                </a:lnTo>
                <a:lnTo>
                  <a:pt x="172256" y="1797127"/>
                </a:lnTo>
                <a:lnTo>
                  <a:pt x="187783" y="1759027"/>
                </a:lnTo>
                <a:lnTo>
                  <a:pt x="203934" y="1720927"/>
                </a:lnTo>
                <a:lnTo>
                  <a:pt x="220705" y="1670127"/>
                </a:lnTo>
                <a:lnTo>
                  <a:pt x="238090" y="1632027"/>
                </a:lnTo>
                <a:lnTo>
                  <a:pt x="256083" y="1593927"/>
                </a:lnTo>
                <a:lnTo>
                  <a:pt x="274679" y="1555827"/>
                </a:lnTo>
                <a:lnTo>
                  <a:pt x="293872" y="1505027"/>
                </a:lnTo>
                <a:lnTo>
                  <a:pt x="313657" y="1466927"/>
                </a:lnTo>
                <a:lnTo>
                  <a:pt x="334027" y="1428827"/>
                </a:lnTo>
                <a:lnTo>
                  <a:pt x="354979" y="1390727"/>
                </a:lnTo>
                <a:lnTo>
                  <a:pt x="376505" y="1352627"/>
                </a:lnTo>
                <a:lnTo>
                  <a:pt x="398601" y="1314527"/>
                </a:lnTo>
                <a:lnTo>
                  <a:pt x="421261" y="1276427"/>
                </a:lnTo>
                <a:lnTo>
                  <a:pt x="444479" y="1225627"/>
                </a:lnTo>
                <a:lnTo>
                  <a:pt x="468250" y="1187527"/>
                </a:lnTo>
                <a:lnTo>
                  <a:pt x="492568" y="1162127"/>
                </a:lnTo>
                <a:lnTo>
                  <a:pt x="542824" y="1085927"/>
                </a:lnTo>
                <a:lnTo>
                  <a:pt x="595203" y="1009727"/>
                </a:lnTo>
                <a:lnTo>
                  <a:pt x="649660" y="933527"/>
                </a:lnTo>
                <a:lnTo>
                  <a:pt x="677655" y="908127"/>
                </a:lnTo>
                <a:lnTo>
                  <a:pt x="735146" y="831927"/>
                </a:lnTo>
                <a:lnTo>
                  <a:pt x="764632" y="806527"/>
                </a:lnTo>
                <a:lnTo>
                  <a:pt x="825058" y="730327"/>
                </a:lnTo>
                <a:lnTo>
                  <a:pt x="855986" y="704927"/>
                </a:lnTo>
                <a:lnTo>
                  <a:pt x="887384" y="666827"/>
                </a:lnTo>
                <a:lnTo>
                  <a:pt x="919246" y="641427"/>
                </a:lnTo>
                <a:lnTo>
                  <a:pt x="951567" y="603327"/>
                </a:lnTo>
                <a:lnTo>
                  <a:pt x="1017562" y="552527"/>
                </a:lnTo>
                <a:lnTo>
                  <a:pt x="1051225" y="514427"/>
                </a:lnTo>
                <a:lnTo>
                  <a:pt x="1119855" y="463627"/>
                </a:lnTo>
                <a:lnTo>
                  <a:pt x="1154811" y="438227"/>
                </a:lnTo>
                <a:lnTo>
                  <a:pt x="1190187" y="400127"/>
                </a:lnTo>
                <a:lnTo>
                  <a:pt x="1262174" y="349327"/>
                </a:lnTo>
                <a:lnTo>
                  <a:pt x="1335775" y="298527"/>
                </a:lnTo>
                <a:lnTo>
                  <a:pt x="1449102" y="222327"/>
                </a:lnTo>
                <a:lnTo>
                  <a:pt x="1487635" y="209627"/>
                </a:lnTo>
                <a:lnTo>
                  <a:pt x="1605434" y="133427"/>
                </a:lnTo>
                <a:lnTo>
                  <a:pt x="1645414" y="120727"/>
                </a:lnTo>
                <a:lnTo>
                  <a:pt x="1685741" y="95327"/>
                </a:lnTo>
                <a:lnTo>
                  <a:pt x="1726411" y="82627"/>
                </a:lnTo>
                <a:lnTo>
                  <a:pt x="1767417" y="57227"/>
                </a:lnTo>
                <a:lnTo>
                  <a:pt x="1808754" y="44527"/>
                </a:lnTo>
                <a:lnTo>
                  <a:pt x="1850417" y="19127"/>
                </a:lnTo>
                <a:lnTo>
                  <a:pt x="1892399" y="6427"/>
                </a:lnTo>
                <a:lnTo>
                  <a:pt x="1903102" y="0"/>
                </a:lnTo>
                <a:lnTo>
                  <a:pt x="1903102" y="468336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27148" y="6964429"/>
            <a:ext cx="583565" cy="3322954"/>
          </a:xfrm>
          <a:custGeom>
            <a:avLst/>
            <a:gdLst/>
            <a:ahLst/>
            <a:cxnLst/>
            <a:rect l="l" t="t" r="r" b="b"/>
            <a:pathLst>
              <a:path w="583565" h="3322954">
                <a:moveTo>
                  <a:pt x="583287" y="3322570"/>
                </a:moveTo>
                <a:lnTo>
                  <a:pt x="555971" y="3322570"/>
                </a:lnTo>
                <a:lnTo>
                  <a:pt x="540359" y="3300438"/>
                </a:lnTo>
                <a:lnTo>
                  <a:pt x="513257" y="3260692"/>
                </a:lnTo>
                <a:lnTo>
                  <a:pt x="486800" y="3220539"/>
                </a:lnTo>
                <a:lnTo>
                  <a:pt x="460993" y="3179987"/>
                </a:lnTo>
                <a:lnTo>
                  <a:pt x="435840" y="3139042"/>
                </a:lnTo>
                <a:lnTo>
                  <a:pt x="411345" y="3097714"/>
                </a:lnTo>
                <a:lnTo>
                  <a:pt x="387513" y="3056010"/>
                </a:lnTo>
                <a:lnTo>
                  <a:pt x="364348" y="3013938"/>
                </a:lnTo>
                <a:lnTo>
                  <a:pt x="341854" y="2971504"/>
                </a:lnTo>
                <a:lnTo>
                  <a:pt x="320035" y="2928718"/>
                </a:lnTo>
                <a:lnTo>
                  <a:pt x="298896" y="2885587"/>
                </a:lnTo>
                <a:lnTo>
                  <a:pt x="278440" y="2842118"/>
                </a:lnTo>
                <a:lnTo>
                  <a:pt x="258673" y="2798319"/>
                </a:lnTo>
                <a:lnTo>
                  <a:pt x="239597" y="2754198"/>
                </a:lnTo>
                <a:lnTo>
                  <a:pt x="221218" y="2709763"/>
                </a:lnTo>
                <a:lnTo>
                  <a:pt x="203539" y="2665022"/>
                </a:lnTo>
                <a:lnTo>
                  <a:pt x="186565" y="2619982"/>
                </a:lnTo>
                <a:lnTo>
                  <a:pt x="170301" y="2574651"/>
                </a:lnTo>
                <a:lnTo>
                  <a:pt x="154749" y="2529036"/>
                </a:lnTo>
                <a:lnTo>
                  <a:pt x="139915" y="2483146"/>
                </a:lnTo>
                <a:lnTo>
                  <a:pt x="125802" y="2436988"/>
                </a:lnTo>
                <a:lnTo>
                  <a:pt x="112416" y="2390570"/>
                </a:lnTo>
                <a:lnTo>
                  <a:pt x="99760" y="2343900"/>
                </a:lnTo>
                <a:lnTo>
                  <a:pt x="87838" y="2296985"/>
                </a:lnTo>
                <a:lnTo>
                  <a:pt x="76654" y="2249833"/>
                </a:lnTo>
                <a:lnTo>
                  <a:pt x="66213" y="2202452"/>
                </a:lnTo>
                <a:lnTo>
                  <a:pt x="56520" y="2154850"/>
                </a:lnTo>
                <a:lnTo>
                  <a:pt x="47577" y="2107034"/>
                </a:lnTo>
                <a:lnTo>
                  <a:pt x="39390" y="2059012"/>
                </a:lnTo>
                <a:lnTo>
                  <a:pt x="31963" y="2010792"/>
                </a:lnTo>
                <a:lnTo>
                  <a:pt x="25300" y="1962382"/>
                </a:lnTo>
                <a:lnTo>
                  <a:pt x="19404" y="1913788"/>
                </a:lnTo>
                <a:lnTo>
                  <a:pt x="14282" y="1865020"/>
                </a:lnTo>
                <a:lnTo>
                  <a:pt x="9935" y="1816085"/>
                </a:lnTo>
                <a:lnTo>
                  <a:pt x="6370" y="1766990"/>
                </a:lnTo>
                <a:lnTo>
                  <a:pt x="3589" y="1717744"/>
                </a:lnTo>
                <a:lnTo>
                  <a:pt x="1598" y="1668353"/>
                </a:lnTo>
                <a:lnTo>
                  <a:pt x="400" y="1618826"/>
                </a:lnTo>
                <a:lnTo>
                  <a:pt x="0" y="1569171"/>
                </a:lnTo>
                <a:lnTo>
                  <a:pt x="414" y="1518786"/>
                </a:lnTo>
                <a:lnTo>
                  <a:pt x="1654" y="1468470"/>
                </a:lnTo>
                <a:lnTo>
                  <a:pt x="3719" y="1418234"/>
                </a:lnTo>
                <a:lnTo>
                  <a:pt x="6605" y="1368089"/>
                </a:lnTo>
                <a:lnTo>
                  <a:pt x="10310" y="1318044"/>
                </a:lnTo>
                <a:lnTo>
                  <a:pt x="14832" y="1268111"/>
                </a:lnTo>
                <a:lnTo>
                  <a:pt x="20167" y="1218300"/>
                </a:lnTo>
                <a:lnTo>
                  <a:pt x="26314" y="1168620"/>
                </a:lnTo>
                <a:lnTo>
                  <a:pt x="33270" y="1119083"/>
                </a:lnTo>
                <a:lnTo>
                  <a:pt x="41032" y="1069699"/>
                </a:lnTo>
                <a:lnTo>
                  <a:pt x="49598" y="1020478"/>
                </a:lnTo>
                <a:lnTo>
                  <a:pt x="58966" y="971431"/>
                </a:lnTo>
                <a:lnTo>
                  <a:pt x="69132" y="922568"/>
                </a:lnTo>
                <a:lnTo>
                  <a:pt x="80095" y="873900"/>
                </a:lnTo>
                <a:lnTo>
                  <a:pt x="91852" y="825436"/>
                </a:lnTo>
                <a:lnTo>
                  <a:pt x="104400" y="777188"/>
                </a:lnTo>
                <a:lnTo>
                  <a:pt x="117737" y="729166"/>
                </a:lnTo>
                <a:lnTo>
                  <a:pt x="131860" y="681379"/>
                </a:lnTo>
                <a:lnTo>
                  <a:pt x="146767" y="633840"/>
                </a:lnTo>
                <a:lnTo>
                  <a:pt x="162455" y="586557"/>
                </a:lnTo>
                <a:lnTo>
                  <a:pt x="178922" y="539541"/>
                </a:lnTo>
                <a:lnTo>
                  <a:pt x="196166" y="492804"/>
                </a:lnTo>
                <a:lnTo>
                  <a:pt x="214183" y="446354"/>
                </a:lnTo>
                <a:lnTo>
                  <a:pt x="232971" y="400203"/>
                </a:lnTo>
                <a:lnTo>
                  <a:pt x="252528" y="354361"/>
                </a:lnTo>
                <a:lnTo>
                  <a:pt x="272852" y="308839"/>
                </a:lnTo>
                <a:lnTo>
                  <a:pt x="293939" y="263646"/>
                </a:lnTo>
                <a:lnTo>
                  <a:pt x="315787" y="218794"/>
                </a:lnTo>
                <a:lnTo>
                  <a:pt x="338394" y="174292"/>
                </a:lnTo>
                <a:lnTo>
                  <a:pt x="361757" y="130151"/>
                </a:lnTo>
                <a:lnTo>
                  <a:pt x="385874" y="86382"/>
                </a:lnTo>
                <a:lnTo>
                  <a:pt x="410742" y="42995"/>
                </a:lnTo>
                <a:lnTo>
                  <a:pt x="436358" y="0"/>
                </a:lnTo>
                <a:lnTo>
                  <a:pt x="455704" y="10747"/>
                </a:lnTo>
                <a:lnTo>
                  <a:pt x="430283" y="53541"/>
                </a:lnTo>
                <a:lnTo>
                  <a:pt x="405610" y="96716"/>
                </a:lnTo>
                <a:lnTo>
                  <a:pt x="381687" y="140261"/>
                </a:lnTo>
                <a:lnTo>
                  <a:pt x="358517" y="184167"/>
                </a:lnTo>
                <a:lnTo>
                  <a:pt x="336102" y="228424"/>
                </a:lnTo>
                <a:lnTo>
                  <a:pt x="314444" y="273021"/>
                </a:lnTo>
                <a:lnTo>
                  <a:pt x="293545" y="317949"/>
                </a:lnTo>
                <a:lnTo>
                  <a:pt x="273407" y="363198"/>
                </a:lnTo>
                <a:lnTo>
                  <a:pt x="254032" y="408756"/>
                </a:lnTo>
                <a:lnTo>
                  <a:pt x="235423" y="454616"/>
                </a:lnTo>
                <a:lnTo>
                  <a:pt x="217582" y="500765"/>
                </a:lnTo>
                <a:lnTo>
                  <a:pt x="200510" y="547195"/>
                </a:lnTo>
                <a:lnTo>
                  <a:pt x="184210" y="593895"/>
                </a:lnTo>
                <a:lnTo>
                  <a:pt x="168685" y="640855"/>
                </a:lnTo>
                <a:lnTo>
                  <a:pt x="153935" y="688065"/>
                </a:lnTo>
                <a:lnTo>
                  <a:pt x="139964" y="735516"/>
                </a:lnTo>
                <a:lnTo>
                  <a:pt x="126774" y="783196"/>
                </a:lnTo>
                <a:lnTo>
                  <a:pt x="114366" y="831097"/>
                </a:lnTo>
                <a:lnTo>
                  <a:pt x="102744" y="879207"/>
                </a:lnTo>
                <a:lnTo>
                  <a:pt x="91908" y="927518"/>
                </a:lnTo>
                <a:lnTo>
                  <a:pt x="81861" y="976018"/>
                </a:lnTo>
                <a:lnTo>
                  <a:pt x="72606" y="1024698"/>
                </a:lnTo>
                <a:lnTo>
                  <a:pt x="64145" y="1073548"/>
                </a:lnTo>
                <a:lnTo>
                  <a:pt x="56479" y="1122557"/>
                </a:lnTo>
                <a:lnTo>
                  <a:pt x="49611" y="1171716"/>
                </a:lnTo>
                <a:lnTo>
                  <a:pt x="43542" y="1221015"/>
                </a:lnTo>
                <a:lnTo>
                  <a:pt x="38276" y="1270443"/>
                </a:lnTo>
                <a:lnTo>
                  <a:pt x="33814" y="1319991"/>
                </a:lnTo>
                <a:lnTo>
                  <a:pt x="30159" y="1369648"/>
                </a:lnTo>
                <a:lnTo>
                  <a:pt x="27312" y="1419405"/>
                </a:lnTo>
                <a:lnTo>
                  <a:pt x="25276" y="1469251"/>
                </a:lnTo>
                <a:lnTo>
                  <a:pt x="24053" y="1519176"/>
                </a:lnTo>
                <a:lnTo>
                  <a:pt x="23644" y="1569171"/>
                </a:lnTo>
                <a:lnTo>
                  <a:pt x="24054" y="1619322"/>
                </a:lnTo>
                <a:lnTo>
                  <a:pt x="25281" y="1669340"/>
                </a:lnTo>
                <a:lnTo>
                  <a:pt x="27321" y="1719218"/>
                </a:lnTo>
                <a:lnTo>
                  <a:pt x="30169" y="1768946"/>
                </a:lnTo>
                <a:lnTo>
                  <a:pt x="33821" y="1818518"/>
                </a:lnTo>
                <a:lnTo>
                  <a:pt x="38273" y="1867924"/>
                </a:lnTo>
                <a:lnTo>
                  <a:pt x="43520" y="1917157"/>
                </a:lnTo>
                <a:lnTo>
                  <a:pt x="49558" y="1966209"/>
                </a:lnTo>
                <a:lnTo>
                  <a:pt x="56382" y="2015071"/>
                </a:lnTo>
                <a:lnTo>
                  <a:pt x="63988" y="2063736"/>
                </a:lnTo>
                <a:lnTo>
                  <a:pt x="72372" y="2112196"/>
                </a:lnTo>
                <a:lnTo>
                  <a:pt x="81530" y="2160442"/>
                </a:lnTo>
                <a:lnTo>
                  <a:pt x="91456" y="2208467"/>
                </a:lnTo>
                <a:lnTo>
                  <a:pt x="102147" y="2256261"/>
                </a:lnTo>
                <a:lnTo>
                  <a:pt x="113598" y="2303818"/>
                </a:lnTo>
                <a:lnTo>
                  <a:pt x="125805" y="2351130"/>
                </a:lnTo>
                <a:lnTo>
                  <a:pt x="138763" y="2398187"/>
                </a:lnTo>
                <a:lnTo>
                  <a:pt x="152469" y="2444982"/>
                </a:lnTo>
                <a:lnTo>
                  <a:pt x="166917" y="2491508"/>
                </a:lnTo>
                <a:lnTo>
                  <a:pt x="182103" y="2537755"/>
                </a:lnTo>
                <a:lnTo>
                  <a:pt x="198024" y="2583716"/>
                </a:lnTo>
                <a:lnTo>
                  <a:pt x="214674" y="2629383"/>
                </a:lnTo>
                <a:lnTo>
                  <a:pt x="232049" y="2674748"/>
                </a:lnTo>
                <a:lnTo>
                  <a:pt x="250145" y="2719802"/>
                </a:lnTo>
                <a:lnTo>
                  <a:pt x="268957" y="2764538"/>
                </a:lnTo>
                <a:lnTo>
                  <a:pt x="288482" y="2808948"/>
                </a:lnTo>
                <a:lnTo>
                  <a:pt x="308714" y="2853023"/>
                </a:lnTo>
                <a:lnTo>
                  <a:pt x="329650" y="2896755"/>
                </a:lnTo>
                <a:lnTo>
                  <a:pt x="351285" y="2940136"/>
                </a:lnTo>
                <a:lnTo>
                  <a:pt x="373614" y="2983159"/>
                </a:lnTo>
                <a:lnTo>
                  <a:pt x="396633" y="3025815"/>
                </a:lnTo>
                <a:lnTo>
                  <a:pt x="420338" y="3068096"/>
                </a:lnTo>
                <a:lnTo>
                  <a:pt x="444725" y="3109994"/>
                </a:lnTo>
                <a:lnTo>
                  <a:pt x="469789" y="3151501"/>
                </a:lnTo>
                <a:lnTo>
                  <a:pt x="495525" y="3192609"/>
                </a:lnTo>
                <a:lnTo>
                  <a:pt x="521930" y="3233309"/>
                </a:lnTo>
                <a:lnTo>
                  <a:pt x="548999" y="3273595"/>
                </a:lnTo>
                <a:lnTo>
                  <a:pt x="583287" y="3322570"/>
                </a:lnTo>
                <a:close/>
              </a:path>
            </a:pathLst>
          </a:custGeom>
          <a:solidFill>
            <a:srgbClr val="FD6120">
              <a:alpha val="52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639533" y="1"/>
            <a:ext cx="4648835" cy="1359535"/>
          </a:xfrm>
          <a:custGeom>
            <a:avLst/>
            <a:gdLst/>
            <a:ahLst/>
            <a:cxnLst/>
            <a:rect l="l" t="t" r="r" b="b"/>
            <a:pathLst>
              <a:path w="4648834" h="1359535">
                <a:moveTo>
                  <a:pt x="3242310" y="1346516"/>
                </a:moveTo>
                <a:lnTo>
                  <a:pt x="3281914" y="1349080"/>
                </a:lnTo>
                <a:lnTo>
                  <a:pt x="3329680" y="1351759"/>
                </a:lnTo>
                <a:lnTo>
                  <a:pt x="3377553" y="1354031"/>
                </a:lnTo>
                <a:lnTo>
                  <a:pt x="3425533" y="1355893"/>
                </a:lnTo>
                <a:lnTo>
                  <a:pt x="3473617" y="1357345"/>
                </a:lnTo>
                <a:lnTo>
                  <a:pt x="3521803" y="1358383"/>
                </a:lnTo>
                <a:lnTo>
                  <a:pt x="3570091" y="1359008"/>
                </a:lnTo>
                <a:lnTo>
                  <a:pt x="3618478" y="1359216"/>
                </a:lnTo>
                <a:lnTo>
                  <a:pt x="3666865" y="1359008"/>
                </a:lnTo>
                <a:lnTo>
                  <a:pt x="3715152" y="1358383"/>
                </a:lnTo>
                <a:lnTo>
                  <a:pt x="3763339" y="1357345"/>
                </a:lnTo>
                <a:lnTo>
                  <a:pt x="3811423" y="1355893"/>
                </a:lnTo>
                <a:lnTo>
                  <a:pt x="3859402" y="1354031"/>
                </a:lnTo>
                <a:lnTo>
                  <a:pt x="3907276" y="1351759"/>
                </a:lnTo>
                <a:lnTo>
                  <a:pt x="3955041" y="1349080"/>
                </a:lnTo>
                <a:lnTo>
                  <a:pt x="3994646" y="1346516"/>
                </a:lnTo>
              </a:path>
              <a:path w="4648834" h="1359535">
                <a:moveTo>
                  <a:pt x="3086868" y="1333816"/>
                </a:moveTo>
                <a:lnTo>
                  <a:pt x="3091963" y="1334323"/>
                </a:lnTo>
                <a:lnTo>
                  <a:pt x="3139281" y="1338615"/>
                </a:lnTo>
                <a:lnTo>
                  <a:pt x="3186713" y="1342506"/>
                </a:lnTo>
                <a:lnTo>
                  <a:pt x="3234258" y="1345995"/>
                </a:lnTo>
                <a:lnTo>
                  <a:pt x="3242310" y="1346516"/>
                </a:lnTo>
              </a:path>
              <a:path w="4648834" h="1359535">
                <a:moveTo>
                  <a:pt x="3994646" y="1346516"/>
                </a:moveTo>
                <a:lnTo>
                  <a:pt x="4002698" y="1345995"/>
                </a:lnTo>
                <a:lnTo>
                  <a:pt x="4050243" y="1342506"/>
                </a:lnTo>
                <a:lnTo>
                  <a:pt x="4097675" y="1338615"/>
                </a:lnTo>
                <a:lnTo>
                  <a:pt x="4144992" y="1334323"/>
                </a:lnTo>
                <a:lnTo>
                  <a:pt x="4150088" y="1333816"/>
                </a:lnTo>
              </a:path>
              <a:path w="4648834" h="1359535">
                <a:moveTo>
                  <a:pt x="2968330" y="1321116"/>
                </a:moveTo>
                <a:lnTo>
                  <a:pt x="2997679" y="1324543"/>
                </a:lnTo>
                <a:lnTo>
                  <a:pt x="3044762" y="1329632"/>
                </a:lnTo>
                <a:lnTo>
                  <a:pt x="3086868" y="1333816"/>
                </a:lnTo>
              </a:path>
              <a:path w="4648834" h="1359535">
                <a:moveTo>
                  <a:pt x="4150088" y="1333816"/>
                </a:moveTo>
                <a:lnTo>
                  <a:pt x="4192193" y="1329632"/>
                </a:lnTo>
                <a:lnTo>
                  <a:pt x="4239277" y="1324543"/>
                </a:lnTo>
                <a:lnTo>
                  <a:pt x="4268626" y="1321116"/>
                </a:lnTo>
              </a:path>
              <a:path w="4648834" h="1359535">
                <a:moveTo>
                  <a:pt x="2868364" y="1308416"/>
                </a:moveTo>
                <a:lnTo>
                  <a:pt x="2903873" y="1313182"/>
                </a:lnTo>
                <a:lnTo>
                  <a:pt x="2950715" y="1319059"/>
                </a:lnTo>
                <a:lnTo>
                  <a:pt x="2968330" y="1321116"/>
                </a:lnTo>
              </a:path>
              <a:path w="4648834" h="1359535">
                <a:moveTo>
                  <a:pt x="4268626" y="1321116"/>
                </a:moveTo>
                <a:lnTo>
                  <a:pt x="4286240" y="1319059"/>
                </a:lnTo>
                <a:lnTo>
                  <a:pt x="4333082" y="1313182"/>
                </a:lnTo>
                <a:lnTo>
                  <a:pt x="4368591" y="1308416"/>
                </a:lnTo>
              </a:path>
              <a:path w="4648834" h="1359535">
                <a:moveTo>
                  <a:pt x="2780664" y="1295716"/>
                </a:moveTo>
                <a:lnTo>
                  <a:pt x="2810560" y="1300251"/>
                </a:lnTo>
                <a:lnTo>
                  <a:pt x="2857154" y="1306912"/>
                </a:lnTo>
                <a:lnTo>
                  <a:pt x="2868364" y="1308416"/>
                </a:lnTo>
              </a:path>
              <a:path w="4648834" h="1359535">
                <a:moveTo>
                  <a:pt x="4368591" y="1308416"/>
                </a:moveTo>
                <a:lnTo>
                  <a:pt x="4379801" y="1306912"/>
                </a:lnTo>
                <a:lnTo>
                  <a:pt x="4426396" y="1300251"/>
                </a:lnTo>
                <a:lnTo>
                  <a:pt x="4456291" y="1295716"/>
                </a:lnTo>
              </a:path>
              <a:path w="4648834" h="1359535">
                <a:moveTo>
                  <a:pt x="2628705" y="1270316"/>
                </a:moveTo>
                <a:lnTo>
                  <a:pt x="2671543" y="1277945"/>
                </a:lnTo>
                <a:lnTo>
                  <a:pt x="2717753" y="1285766"/>
                </a:lnTo>
                <a:lnTo>
                  <a:pt x="2764092" y="1293202"/>
                </a:lnTo>
                <a:lnTo>
                  <a:pt x="2780664" y="1295716"/>
                </a:lnTo>
              </a:path>
              <a:path w="4648834" h="1359535">
                <a:moveTo>
                  <a:pt x="4456291" y="1295716"/>
                </a:moveTo>
                <a:lnTo>
                  <a:pt x="4472863" y="1293202"/>
                </a:lnTo>
                <a:lnTo>
                  <a:pt x="4519203" y="1285766"/>
                </a:lnTo>
                <a:lnTo>
                  <a:pt x="4565412" y="1277945"/>
                </a:lnTo>
                <a:lnTo>
                  <a:pt x="4608250" y="1270316"/>
                </a:lnTo>
              </a:path>
              <a:path w="4648834" h="1359535">
                <a:moveTo>
                  <a:pt x="2498191" y="1244916"/>
                </a:moveTo>
                <a:lnTo>
                  <a:pt x="2533711" y="1252185"/>
                </a:lnTo>
                <a:lnTo>
                  <a:pt x="2579520" y="1261152"/>
                </a:lnTo>
                <a:lnTo>
                  <a:pt x="2625465" y="1269739"/>
                </a:lnTo>
                <a:lnTo>
                  <a:pt x="2628705" y="1270316"/>
                </a:lnTo>
              </a:path>
              <a:path w="4648834" h="1359535">
                <a:moveTo>
                  <a:pt x="4608250" y="1270316"/>
                </a:moveTo>
                <a:lnTo>
                  <a:pt x="4611490" y="1269739"/>
                </a:lnTo>
                <a:lnTo>
                  <a:pt x="4648465" y="1262829"/>
                </a:lnTo>
              </a:path>
              <a:path w="4648834" h="1359535">
                <a:moveTo>
                  <a:pt x="0" y="0"/>
                </a:moveTo>
                <a:lnTo>
                  <a:pt x="62285" y="53747"/>
                </a:lnTo>
                <a:lnTo>
                  <a:pt x="96638" y="82689"/>
                </a:lnTo>
                <a:lnTo>
                  <a:pt x="131229" y="111355"/>
                </a:lnTo>
                <a:lnTo>
                  <a:pt x="166058" y="139743"/>
                </a:lnTo>
                <a:lnTo>
                  <a:pt x="201122" y="167851"/>
                </a:lnTo>
                <a:lnTo>
                  <a:pt x="236421" y="195678"/>
                </a:lnTo>
                <a:lnTo>
                  <a:pt x="271951" y="223221"/>
                </a:lnTo>
                <a:lnTo>
                  <a:pt x="307712" y="250480"/>
                </a:lnTo>
                <a:lnTo>
                  <a:pt x="343701" y="277452"/>
                </a:lnTo>
                <a:lnTo>
                  <a:pt x="379917" y="304135"/>
                </a:lnTo>
                <a:lnTo>
                  <a:pt x="416359" y="330529"/>
                </a:lnTo>
                <a:lnTo>
                  <a:pt x="453024" y="356631"/>
                </a:lnTo>
                <a:lnTo>
                  <a:pt x="489911" y="382440"/>
                </a:lnTo>
                <a:lnTo>
                  <a:pt x="527018" y="407953"/>
                </a:lnTo>
                <a:lnTo>
                  <a:pt x="564344" y="433170"/>
                </a:lnTo>
                <a:lnTo>
                  <a:pt x="601886" y="458088"/>
                </a:lnTo>
                <a:lnTo>
                  <a:pt x="639644" y="482706"/>
                </a:lnTo>
                <a:lnTo>
                  <a:pt x="677615" y="507022"/>
                </a:lnTo>
                <a:lnTo>
                  <a:pt x="715797" y="531035"/>
                </a:lnTo>
                <a:lnTo>
                  <a:pt x="754190" y="554742"/>
                </a:lnTo>
                <a:lnTo>
                  <a:pt x="792790" y="578142"/>
                </a:lnTo>
                <a:lnTo>
                  <a:pt x="831598" y="601233"/>
                </a:lnTo>
                <a:lnTo>
                  <a:pt x="870610" y="624014"/>
                </a:lnTo>
                <a:lnTo>
                  <a:pt x="909825" y="646483"/>
                </a:lnTo>
                <a:lnTo>
                  <a:pt x="949242" y="668638"/>
                </a:lnTo>
                <a:lnTo>
                  <a:pt x="988858" y="690478"/>
                </a:lnTo>
                <a:lnTo>
                  <a:pt x="1028673" y="712000"/>
                </a:lnTo>
                <a:lnTo>
                  <a:pt x="1068684" y="733203"/>
                </a:lnTo>
                <a:lnTo>
                  <a:pt x="1108889" y="754086"/>
                </a:lnTo>
                <a:lnTo>
                  <a:pt x="1149288" y="774646"/>
                </a:lnTo>
                <a:lnTo>
                  <a:pt x="1189877" y="794882"/>
                </a:lnTo>
                <a:lnTo>
                  <a:pt x="1230656" y="814793"/>
                </a:lnTo>
                <a:lnTo>
                  <a:pt x="1271623" y="834376"/>
                </a:lnTo>
                <a:lnTo>
                  <a:pt x="1312776" y="853630"/>
                </a:lnTo>
                <a:lnTo>
                  <a:pt x="1354114" y="872553"/>
                </a:lnTo>
                <a:lnTo>
                  <a:pt x="1395634" y="891143"/>
                </a:lnTo>
                <a:lnTo>
                  <a:pt x="1437335" y="909399"/>
                </a:lnTo>
                <a:lnTo>
                  <a:pt x="1479189" y="927408"/>
                </a:lnTo>
                <a:lnTo>
                  <a:pt x="1521274" y="944902"/>
                </a:lnTo>
                <a:lnTo>
                  <a:pt x="1563508" y="962145"/>
                </a:lnTo>
                <a:lnTo>
                  <a:pt x="1605916" y="979047"/>
                </a:lnTo>
                <a:lnTo>
                  <a:pt x="1648497" y="995606"/>
                </a:lnTo>
                <a:lnTo>
                  <a:pt x="1691248" y="1011821"/>
                </a:lnTo>
                <a:lnTo>
                  <a:pt x="1734169" y="1027690"/>
                </a:lnTo>
                <a:lnTo>
                  <a:pt x="1777257" y="1043211"/>
                </a:lnTo>
                <a:lnTo>
                  <a:pt x="1820510" y="1058382"/>
                </a:lnTo>
                <a:lnTo>
                  <a:pt x="1863928" y="1073201"/>
                </a:lnTo>
                <a:lnTo>
                  <a:pt x="1907508" y="1087668"/>
                </a:lnTo>
                <a:lnTo>
                  <a:pt x="1951248" y="1101780"/>
                </a:lnTo>
                <a:lnTo>
                  <a:pt x="1995147" y="1115536"/>
                </a:lnTo>
                <a:lnTo>
                  <a:pt x="2039204" y="1128934"/>
                </a:lnTo>
                <a:lnTo>
                  <a:pt x="2083385" y="1142079"/>
                </a:lnTo>
                <a:lnTo>
                  <a:pt x="2127781" y="1154648"/>
                </a:lnTo>
                <a:lnTo>
                  <a:pt x="2172299" y="1166961"/>
                </a:lnTo>
                <a:lnTo>
                  <a:pt x="2216967" y="1178909"/>
                </a:lnTo>
                <a:lnTo>
                  <a:pt x="2261784" y="1190490"/>
                </a:lnTo>
                <a:lnTo>
                  <a:pt x="2306748" y="1201703"/>
                </a:lnTo>
                <a:lnTo>
                  <a:pt x="2351857" y="1212547"/>
                </a:lnTo>
                <a:lnTo>
                  <a:pt x="2397109" y="1223018"/>
                </a:lnTo>
                <a:lnTo>
                  <a:pt x="2442503" y="1233116"/>
                </a:lnTo>
                <a:lnTo>
                  <a:pt x="2488038" y="1242839"/>
                </a:lnTo>
                <a:lnTo>
                  <a:pt x="2498191" y="1244916"/>
                </a:lnTo>
              </a:path>
            </a:pathLst>
          </a:custGeom>
          <a:ln w="1028463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373132" y="4114075"/>
            <a:ext cx="12200255" cy="2291715"/>
          </a:xfrm>
          <a:custGeom>
            <a:avLst/>
            <a:gdLst/>
            <a:ahLst/>
            <a:cxnLst/>
            <a:rect l="l" t="t" r="r" b="b"/>
            <a:pathLst>
              <a:path w="12200255" h="2291715">
                <a:moveTo>
                  <a:pt x="12200254" y="2291463"/>
                </a:moveTo>
                <a:lnTo>
                  <a:pt x="0" y="2291463"/>
                </a:lnTo>
                <a:lnTo>
                  <a:pt x="0" y="0"/>
                </a:lnTo>
                <a:lnTo>
                  <a:pt x="12200254" y="0"/>
                </a:lnTo>
                <a:lnTo>
                  <a:pt x="12200254" y="2291463"/>
                </a:lnTo>
                <a:close/>
              </a:path>
            </a:pathLst>
          </a:custGeom>
          <a:solidFill>
            <a:srgbClr val="FF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8656" y="2249406"/>
            <a:ext cx="4560570" cy="16878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900" spc="2385"/>
              <a:t>FA</a:t>
            </a:r>
            <a:r>
              <a:rPr dirty="0" sz="10900" spc="860"/>
              <a:t>C</a:t>
            </a:r>
            <a:r>
              <a:rPr dirty="0" sz="10900" spc="-1645"/>
              <a:t> </a:t>
            </a:r>
            <a:r>
              <a:rPr dirty="0" sz="10900" spc="550"/>
              <a:t>E</a:t>
            </a:r>
            <a:endParaRPr sz="10900"/>
          </a:p>
        </p:txBody>
      </p:sp>
      <p:sp>
        <p:nvSpPr>
          <p:cNvPr id="11" name="object 11" descr=""/>
          <p:cNvSpPr txBox="1"/>
          <p:nvPr/>
        </p:nvSpPr>
        <p:spPr>
          <a:xfrm>
            <a:off x="4538750" y="4182981"/>
            <a:ext cx="10071100" cy="1687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900" spc="245" b="1">
                <a:solidFill>
                  <a:srgbClr val="181818"/>
                </a:solidFill>
                <a:latin typeface="Tahoma"/>
                <a:cs typeface="Tahoma"/>
              </a:rPr>
              <a:t>D</a:t>
            </a:r>
            <a:r>
              <a:rPr dirty="0" sz="10900" spc="-16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10900" spc="600" b="1">
                <a:solidFill>
                  <a:srgbClr val="181818"/>
                </a:solidFill>
                <a:latin typeface="Tahoma"/>
                <a:cs typeface="Tahoma"/>
              </a:rPr>
              <a:t>E</a:t>
            </a:r>
            <a:r>
              <a:rPr dirty="0" sz="10900" spc="-166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10900" spc="330" b="1">
                <a:solidFill>
                  <a:srgbClr val="181818"/>
                </a:solidFill>
                <a:latin typeface="Tahoma"/>
                <a:cs typeface="Tahoma"/>
              </a:rPr>
              <a:t>T</a:t>
            </a:r>
            <a:r>
              <a:rPr dirty="0" sz="10900" spc="-166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10900" spc="600" b="1">
                <a:solidFill>
                  <a:srgbClr val="181818"/>
                </a:solidFill>
                <a:latin typeface="Tahoma"/>
                <a:cs typeface="Tahoma"/>
              </a:rPr>
              <a:t>E</a:t>
            </a:r>
            <a:r>
              <a:rPr dirty="0" sz="10900" spc="-16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10900" spc="725" b="1">
                <a:solidFill>
                  <a:srgbClr val="181818"/>
                </a:solidFill>
                <a:latin typeface="Tahoma"/>
                <a:cs typeface="Tahoma"/>
              </a:rPr>
              <a:t>C</a:t>
            </a:r>
            <a:r>
              <a:rPr dirty="0" sz="10900" spc="-166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10900" spc="330" b="1">
                <a:solidFill>
                  <a:srgbClr val="181818"/>
                </a:solidFill>
                <a:latin typeface="Tahoma"/>
                <a:cs typeface="Tahoma"/>
              </a:rPr>
              <a:t>T</a:t>
            </a:r>
            <a:r>
              <a:rPr dirty="0" sz="10900" spc="-166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10900" spc="-1639" b="1">
                <a:solidFill>
                  <a:srgbClr val="181818"/>
                </a:solidFill>
                <a:latin typeface="Tahoma"/>
                <a:cs typeface="Tahoma"/>
              </a:rPr>
              <a:t>I</a:t>
            </a:r>
            <a:r>
              <a:rPr dirty="0" sz="10900" spc="-16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10900" spc="835" b="1">
                <a:solidFill>
                  <a:srgbClr val="181818"/>
                </a:solidFill>
                <a:latin typeface="Tahoma"/>
                <a:cs typeface="Tahoma"/>
              </a:rPr>
              <a:t>O</a:t>
            </a:r>
            <a:r>
              <a:rPr dirty="0" sz="10900" spc="-166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10900" spc="114" b="1">
                <a:solidFill>
                  <a:srgbClr val="181818"/>
                </a:solidFill>
                <a:latin typeface="Tahoma"/>
                <a:cs typeface="Tahoma"/>
              </a:rPr>
              <a:t>N</a:t>
            </a:r>
            <a:endParaRPr sz="109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592611" y="8692978"/>
            <a:ext cx="11029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90" algn="l"/>
                <a:tab pos="628650" algn="l"/>
                <a:tab pos="930275" algn="l"/>
              </a:tabLst>
            </a:pPr>
            <a:r>
              <a:rPr dirty="0" sz="2000" spc="-50">
                <a:solidFill>
                  <a:srgbClr val="181818"/>
                </a:solidFill>
                <a:latin typeface="Lucida Sans Unicode"/>
                <a:cs typeface="Lucida Sans Unicode"/>
              </a:rPr>
              <a:t>2</a:t>
            </a:r>
            <a:r>
              <a:rPr dirty="0" sz="2000">
                <a:solidFill>
                  <a:srgbClr val="181818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50">
                <a:solidFill>
                  <a:srgbClr val="181818"/>
                </a:solidFill>
                <a:latin typeface="Lucida Sans Unicode"/>
                <a:cs typeface="Lucida Sans Unicode"/>
              </a:rPr>
              <a:t>0</a:t>
            </a:r>
            <a:r>
              <a:rPr dirty="0" sz="2000">
                <a:solidFill>
                  <a:srgbClr val="181818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50">
                <a:solidFill>
                  <a:srgbClr val="181818"/>
                </a:solidFill>
                <a:latin typeface="Lucida Sans Unicode"/>
                <a:cs typeface="Lucida Sans Unicode"/>
              </a:rPr>
              <a:t>2</a:t>
            </a:r>
            <a:r>
              <a:rPr dirty="0" sz="2000">
                <a:solidFill>
                  <a:srgbClr val="181818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50">
                <a:solidFill>
                  <a:srgbClr val="181818"/>
                </a:solidFill>
                <a:latin typeface="Lucida Sans Unicode"/>
                <a:cs typeface="Lucida Sans Unicode"/>
              </a:rPr>
              <a:t>5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313641" y="910464"/>
            <a:ext cx="942975" cy="236220"/>
          </a:xfrm>
          <a:custGeom>
            <a:avLst/>
            <a:gdLst/>
            <a:ahLst/>
            <a:cxnLst/>
            <a:rect l="l" t="t" r="r" b="b"/>
            <a:pathLst>
              <a:path w="942975" h="236219">
                <a:moveTo>
                  <a:pt x="117816" y="235632"/>
                </a:moveTo>
                <a:lnTo>
                  <a:pt x="71946" y="226377"/>
                </a:lnTo>
                <a:lnTo>
                  <a:pt x="34498" y="201134"/>
                </a:lnTo>
                <a:lnTo>
                  <a:pt x="9255" y="163686"/>
                </a:lnTo>
                <a:lnTo>
                  <a:pt x="0" y="117816"/>
                </a:lnTo>
                <a:lnTo>
                  <a:pt x="9255" y="71946"/>
                </a:lnTo>
                <a:lnTo>
                  <a:pt x="34498" y="34498"/>
                </a:lnTo>
                <a:lnTo>
                  <a:pt x="71946" y="9255"/>
                </a:lnTo>
                <a:lnTo>
                  <a:pt x="117816" y="0"/>
                </a:lnTo>
                <a:lnTo>
                  <a:pt x="163686" y="9255"/>
                </a:lnTo>
                <a:lnTo>
                  <a:pt x="201134" y="34498"/>
                </a:lnTo>
                <a:lnTo>
                  <a:pt x="226377" y="71946"/>
                </a:lnTo>
                <a:lnTo>
                  <a:pt x="235632" y="117816"/>
                </a:lnTo>
                <a:lnTo>
                  <a:pt x="226377" y="163686"/>
                </a:lnTo>
                <a:lnTo>
                  <a:pt x="201134" y="201134"/>
                </a:lnTo>
                <a:lnTo>
                  <a:pt x="163686" y="226377"/>
                </a:lnTo>
                <a:lnTo>
                  <a:pt x="117816" y="235632"/>
                </a:lnTo>
                <a:close/>
              </a:path>
              <a:path w="942975" h="236219">
                <a:moveTo>
                  <a:pt x="824713" y="235632"/>
                </a:moveTo>
                <a:lnTo>
                  <a:pt x="778843" y="226377"/>
                </a:lnTo>
                <a:lnTo>
                  <a:pt x="741395" y="201134"/>
                </a:lnTo>
                <a:lnTo>
                  <a:pt x="716152" y="163686"/>
                </a:lnTo>
                <a:lnTo>
                  <a:pt x="706897" y="117816"/>
                </a:lnTo>
                <a:lnTo>
                  <a:pt x="716152" y="71946"/>
                </a:lnTo>
                <a:lnTo>
                  <a:pt x="741395" y="34498"/>
                </a:lnTo>
                <a:lnTo>
                  <a:pt x="778843" y="9255"/>
                </a:lnTo>
                <a:lnTo>
                  <a:pt x="824713" y="0"/>
                </a:lnTo>
                <a:lnTo>
                  <a:pt x="870583" y="9255"/>
                </a:lnTo>
                <a:lnTo>
                  <a:pt x="908031" y="34498"/>
                </a:lnTo>
                <a:lnTo>
                  <a:pt x="933274" y="71946"/>
                </a:lnTo>
                <a:lnTo>
                  <a:pt x="942529" y="117816"/>
                </a:lnTo>
                <a:lnTo>
                  <a:pt x="933274" y="163686"/>
                </a:lnTo>
                <a:lnTo>
                  <a:pt x="908031" y="201134"/>
                </a:lnTo>
                <a:lnTo>
                  <a:pt x="870583" y="226377"/>
                </a:lnTo>
                <a:lnTo>
                  <a:pt x="824713" y="235632"/>
                </a:lnTo>
                <a:close/>
              </a:path>
              <a:path w="942975" h="236219">
                <a:moveTo>
                  <a:pt x="471264" y="235632"/>
                </a:moveTo>
                <a:lnTo>
                  <a:pt x="425394" y="226377"/>
                </a:lnTo>
                <a:lnTo>
                  <a:pt x="387946" y="201134"/>
                </a:lnTo>
                <a:lnTo>
                  <a:pt x="362703" y="163686"/>
                </a:lnTo>
                <a:lnTo>
                  <a:pt x="353448" y="117816"/>
                </a:lnTo>
                <a:lnTo>
                  <a:pt x="362703" y="71946"/>
                </a:lnTo>
                <a:lnTo>
                  <a:pt x="387946" y="34498"/>
                </a:lnTo>
                <a:lnTo>
                  <a:pt x="425394" y="9255"/>
                </a:lnTo>
                <a:lnTo>
                  <a:pt x="471264" y="0"/>
                </a:lnTo>
                <a:lnTo>
                  <a:pt x="517134" y="9255"/>
                </a:lnTo>
                <a:lnTo>
                  <a:pt x="554583" y="34498"/>
                </a:lnTo>
                <a:lnTo>
                  <a:pt x="579826" y="71946"/>
                </a:lnTo>
                <a:lnTo>
                  <a:pt x="589081" y="117816"/>
                </a:lnTo>
                <a:lnTo>
                  <a:pt x="579826" y="163686"/>
                </a:lnTo>
                <a:lnTo>
                  <a:pt x="554583" y="201134"/>
                </a:lnTo>
                <a:lnTo>
                  <a:pt x="517134" y="226377"/>
                </a:lnTo>
                <a:lnTo>
                  <a:pt x="471264" y="23563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06082" y="82608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0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0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28109" y="1089707"/>
            <a:ext cx="1485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70">
                <a:solidFill>
                  <a:srgbClr val="FFFEFE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48269" y="319053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48269" y="19138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24844" y="2028163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48269" y="382959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48269" y="2551478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23356" y="2665842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48269" y="51077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48269" y="446864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03985">
              <a:lnSpc>
                <a:spcPts val="7575"/>
              </a:lnSpc>
              <a:spcBef>
                <a:spcPts val="100"/>
              </a:spcBef>
            </a:pPr>
            <a:r>
              <a:rPr dirty="0" sz="7000" spc="215"/>
              <a:t>Smart</a:t>
            </a:r>
            <a:r>
              <a:rPr dirty="0" sz="7000" spc="750"/>
              <a:t> </a:t>
            </a:r>
            <a:r>
              <a:rPr dirty="0" sz="7000" spc="425"/>
              <a:t>Attendance</a:t>
            </a:r>
            <a:r>
              <a:rPr dirty="0" sz="7000" spc="755"/>
              <a:t> </a:t>
            </a:r>
            <a:r>
              <a:rPr dirty="0" sz="7000" spc="290"/>
              <a:t>System</a:t>
            </a:r>
            <a:endParaRPr sz="7000"/>
          </a:p>
          <a:p>
            <a:pPr marL="1403985">
              <a:lnSpc>
                <a:spcPts val="7575"/>
              </a:lnSpc>
            </a:pPr>
            <a:r>
              <a:rPr dirty="0" sz="7000" spc="260"/>
              <a:t>using</a:t>
            </a:r>
            <a:r>
              <a:rPr dirty="0" sz="7000" spc="765"/>
              <a:t> </a:t>
            </a:r>
            <a:r>
              <a:rPr dirty="0" sz="7000" spc="470"/>
              <a:t>Face</a:t>
            </a:r>
            <a:r>
              <a:rPr dirty="0" sz="7000" spc="765"/>
              <a:t> </a:t>
            </a:r>
            <a:r>
              <a:rPr dirty="0" sz="7000" spc="400"/>
              <a:t>Recognition</a:t>
            </a:r>
            <a:r>
              <a:rPr dirty="0" sz="7000" spc="765"/>
              <a:t> </a:t>
            </a:r>
            <a:r>
              <a:rPr dirty="0" sz="7000" spc="105"/>
              <a:t>in</a:t>
            </a:r>
            <a:r>
              <a:rPr dirty="0" sz="7000" spc="770"/>
              <a:t> </a:t>
            </a:r>
            <a:r>
              <a:rPr dirty="0" sz="7000" spc="-25"/>
              <a:t>AI</a:t>
            </a:r>
            <a:endParaRPr sz="7000"/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2993238" y="4814446"/>
          <a:ext cx="7798434" cy="1751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9845"/>
                <a:gridCol w="3881754"/>
              </a:tblGrid>
              <a:tr h="570230">
                <a:tc>
                  <a:txBody>
                    <a:bodyPr/>
                    <a:lstStyle/>
                    <a:p>
                      <a:pPr marL="31750">
                        <a:lnSpc>
                          <a:spcPts val="4020"/>
                        </a:lnSpc>
                      </a:pPr>
                      <a:r>
                        <a:rPr dirty="0" sz="34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Akash</a:t>
                      </a:r>
                      <a:r>
                        <a:rPr dirty="0" sz="3450" spc="215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450" spc="325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34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4020"/>
                        </a:lnSpc>
                      </a:pPr>
                      <a:r>
                        <a:rPr dirty="0" sz="34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3450" spc="-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450" spc="-1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810422205010</a:t>
                      </a:r>
                      <a:endParaRPr sz="34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6115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4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Burkhanudeen</a:t>
                      </a:r>
                      <a:r>
                        <a:rPr dirty="0" sz="3450" spc="-7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450" spc="9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3450">
                        <a:latin typeface="Tahoma"/>
                        <a:cs typeface="Tahoma"/>
                      </a:endParaRPr>
                    </a:p>
                  </a:txBody>
                  <a:tcPr marL="0" marR="0" marB="0" marT="26034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4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3450" spc="-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450" spc="-1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810422205029</a:t>
                      </a:r>
                      <a:endParaRPr sz="3450">
                        <a:latin typeface="Tahoma"/>
                        <a:cs typeface="Tahoma"/>
                      </a:endParaRPr>
                    </a:p>
                  </a:txBody>
                  <a:tcPr marL="0" marR="0" marB="0" marT="26034"/>
                </a:tc>
              </a:tr>
              <a:tr h="5702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4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Gokulraj</a:t>
                      </a:r>
                      <a:r>
                        <a:rPr dirty="0" sz="3450" spc="-114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450" spc="204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V</a:t>
                      </a:r>
                      <a:endParaRPr sz="3450">
                        <a:latin typeface="Tahoma"/>
                        <a:cs typeface="Tahoma"/>
                      </a:endParaRPr>
                    </a:p>
                  </a:txBody>
                  <a:tcPr marL="0" marR="0" marB="0" marT="26034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4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3450" spc="-5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450" spc="-10" b="1">
                          <a:solidFill>
                            <a:srgbClr val="181818"/>
                          </a:solidFill>
                          <a:latin typeface="Tahoma"/>
                          <a:cs typeface="Tahoma"/>
                        </a:rPr>
                        <a:t>810422205051</a:t>
                      </a:r>
                      <a:endParaRPr sz="3450">
                        <a:latin typeface="Tahoma"/>
                        <a:cs typeface="Tahoma"/>
                      </a:endParaRPr>
                    </a:p>
                  </a:txBody>
                  <a:tcPr marL="0" marR="0" marB="0" marT="26034"/>
                </a:tc>
              </a:tr>
            </a:tbl>
          </a:graphicData>
        </a:graphic>
      </p:graphicFrame>
      <p:sp>
        <p:nvSpPr>
          <p:cNvPr id="15" name="object 15" descr=""/>
          <p:cNvSpPr/>
          <p:nvPr/>
        </p:nvSpPr>
        <p:spPr>
          <a:xfrm>
            <a:off x="948269" y="574675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948269" y="638581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3567956" y="6197142"/>
            <a:ext cx="4720590" cy="4090035"/>
          </a:xfrm>
          <a:custGeom>
            <a:avLst/>
            <a:gdLst/>
            <a:ahLst/>
            <a:cxnLst/>
            <a:rect l="l" t="t" r="r" b="b"/>
            <a:pathLst>
              <a:path w="4720590" h="4090034">
                <a:moveTo>
                  <a:pt x="3423437" y="6350"/>
                </a:moveTo>
                <a:lnTo>
                  <a:pt x="3373158" y="3556"/>
                </a:lnTo>
                <a:lnTo>
                  <a:pt x="3322866" y="1574"/>
                </a:lnTo>
                <a:lnTo>
                  <a:pt x="3272599" y="381"/>
                </a:lnTo>
                <a:lnTo>
                  <a:pt x="3222345" y="0"/>
                </a:lnTo>
                <a:lnTo>
                  <a:pt x="3172117" y="406"/>
                </a:lnTo>
                <a:lnTo>
                  <a:pt x="3121926" y="1600"/>
                </a:lnTo>
                <a:lnTo>
                  <a:pt x="3071774" y="3594"/>
                </a:lnTo>
                <a:lnTo>
                  <a:pt x="3021685" y="6375"/>
                </a:lnTo>
                <a:lnTo>
                  <a:pt x="2971660" y="9931"/>
                </a:lnTo>
                <a:lnTo>
                  <a:pt x="2921698" y="14274"/>
                </a:lnTo>
                <a:lnTo>
                  <a:pt x="2871825" y="19405"/>
                </a:lnTo>
                <a:lnTo>
                  <a:pt x="2822054" y="25311"/>
                </a:lnTo>
                <a:lnTo>
                  <a:pt x="2772372" y="31991"/>
                </a:lnTo>
                <a:lnTo>
                  <a:pt x="2722803" y="39458"/>
                </a:lnTo>
                <a:lnTo>
                  <a:pt x="2673362" y="47675"/>
                </a:lnTo>
                <a:lnTo>
                  <a:pt x="2624048" y="56680"/>
                </a:lnTo>
                <a:lnTo>
                  <a:pt x="2574861" y="66446"/>
                </a:lnTo>
                <a:lnTo>
                  <a:pt x="2525839" y="76974"/>
                </a:lnTo>
                <a:lnTo>
                  <a:pt x="2476970" y="88265"/>
                </a:lnTo>
                <a:lnTo>
                  <a:pt x="2428252" y="100317"/>
                </a:lnTo>
                <a:lnTo>
                  <a:pt x="2379726" y="113131"/>
                </a:lnTo>
                <a:lnTo>
                  <a:pt x="2331377" y="126695"/>
                </a:lnTo>
                <a:lnTo>
                  <a:pt x="2283231" y="141008"/>
                </a:lnTo>
                <a:lnTo>
                  <a:pt x="2235276" y="156083"/>
                </a:lnTo>
                <a:lnTo>
                  <a:pt x="2187549" y="171894"/>
                </a:lnTo>
                <a:lnTo>
                  <a:pt x="2140026" y="188455"/>
                </a:lnTo>
                <a:lnTo>
                  <a:pt x="2092756" y="205765"/>
                </a:lnTo>
                <a:lnTo>
                  <a:pt x="2045716" y="223812"/>
                </a:lnTo>
                <a:lnTo>
                  <a:pt x="1998916" y="242595"/>
                </a:lnTo>
                <a:lnTo>
                  <a:pt x="1952383" y="262128"/>
                </a:lnTo>
                <a:lnTo>
                  <a:pt x="1906130" y="282384"/>
                </a:lnTo>
                <a:lnTo>
                  <a:pt x="1860143" y="303377"/>
                </a:lnTo>
                <a:lnTo>
                  <a:pt x="1814449" y="325094"/>
                </a:lnTo>
                <a:lnTo>
                  <a:pt x="1769046" y="347535"/>
                </a:lnTo>
                <a:lnTo>
                  <a:pt x="1723948" y="370713"/>
                </a:lnTo>
                <a:lnTo>
                  <a:pt x="1680019" y="394144"/>
                </a:lnTo>
                <a:lnTo>
                  <a:pt x="1636547" y="418185"/>
                </a:lnTo>
                <a:lnTo>
                  <a:pt x="1593545" y="442823"/>
                </a:lnTo>
                <a:lnTo>
                  <a:pt x="1551000" y="468071"/>
                </a:lnTo>
                <a:lnTo>
                  <a:pt x="1508912" y="493890"/>
                </a:lnTo>
                <a:lnTo>
                  <a:pt x="1467307" y="520306"/>
                </a:lnTo>
                <a:lnTo>
                  <a:pt x="1426184" y="547293"/>
                </a:lnTo>
                <a:lnTo>
                  <a:pt x="1385531" y="574865"/>
                </a:lnTo>
                <a:lnTo>
                  <a:pt x="1345374" y="602983"/>
                </a:lnTo>
                <a:lnTo>
                  <a:pt x="1305699" y="631672"/>
                </a:lnTo>
                <a:lnTo>
                  <a:pt x="1266520" y="660908"/>
                </a:lnTo>
                <a:lnTo>
                  <a:pt x="1227848" y="690689"/>
                </a:lnTo>
                <a:lnTo>
                  <a:pt x="1189672" y="721004"/>
                </a:lnTo>
                <a:lnTo>
                  <a:pt x="1152004" y="751852"/>
                </a:lnTo>
                <a:lnTo>
                  <a:pt x="1114844" y="783234"/>
                </a:lnTo>
                <a:lnTo>
                  <a:pt x="1078204" y="815124"/>
                </a:lnTo>
                <a:lnTo>
                  <a:pt x="1042085" y="847534"/>
                </a:lnTo>
                <a:lnTo>
                  <a:pt x="1006500" y="880452"/>
                </a:lnTo>
                <a:lnTo>
                  <a:pt x="971435" y="913853"/>
                </a:lnTo>
                <a:lnTo>
                  <a:pt x="936904" y="947762"/>
                </a:lnTo>
                <a:lnTo>
                  <a:pt x="902906" y="982154"/>
                </a:lnTo>
                <a:lnTo>
                  <a:pt x="869454" y="1017028"/>
                </a:lnTo>
                <a:lnTo>
                  <a:pt x="836549" y="1052372"/>
                </a:lnTo>
                <a:lnTo>
                  <a:pt x="804189" y="1088186"/>
                </a:lnTo>
                <a:lnTo>
                  <a:pt x="772388" y="1124458"/>
                </a:lnTo>
                <a:lnTo>
                  <a:pt x="741159" y="1161186"/>
                </a:lnTo>
                <a:lnTo>
                  <a:pt x="710476" y="1198372"/>
                </a:lnTo>
                <a:lnTo>
                  <a:pt x="680364" y="1235976"/>
                </a:lnTo>
                <a:lnTo>
                  <a:pt x="650836" y="1274038"/>
                </a:lnTo>
                <a:lnTo>
                  <a:pt x="621868" y="1312506"/>
                </a:lnTo>
                <a:lnTo>
                  <a:pt x="593496" y="1351407"/>
                </a:lnTo>
                <a:lnTo>
                  <a:pt x="565696" y="1390726"/>
                </a:lnTo>
                <a:lnTo>
                  <a:pt x="538492" y="1430451"/>
                </a:lnTo>
                <a:lnTo>
                  <a:pt x="511886" y="1470583"/>
                </a:lnTo>
                <a:lnTo>
                  <a:pt x="485876" y="1511109"/>
                </a:lnTo>
                <a:lnTo>
                  <a:pt x="460476" y="1552016"/>
                </a:lnTo>
                <a:lnTo>
                  <a:pt x="435673" y="1593316"/>
                </a:lnTo>
                <a:lnTo>
                  <a:pt x="411480" y="1634985"/>
                </a:lnTo>
                <a:lnTo>
                  <a:pt x="387908" y="1677022"/>
                </a:lnTo>
                <a:lnTo>
                  <a:pt x="364947" y="1719427"/>
                </a:lnTo>
                <a:lnTo>
                  <a:pt x="342620" y="1762188"/>
                </a:lnTo>
                <a:lnTo>
                  <a:pt x="320929" y="1805305"/>
                </a:lnTo>
                <a:lnTo>
                  <a:pt x="299859" y="1848751"/>
                </a:lnTo>
                <a:lnTo>
                  <a:pt x="279425" y="1892554"/>
                </a:lnTo>
                <a:lnTo>
                  <a:pt x="259638" y="1936673"/>
                </a:lnTo>
                <a:lnTo>
                  <a:pt x="240499" y="1981123"/>
                </a:lnTo>
                <a:lnTo>
                  <a:pt x="222008" y="2025891"/>
                </a:lnTo>
                <a:lnTo>
                  <a:pt x="204165" y="2070963"/>
                </a:lnTo>
                <a:lnTo>
                  <a:pt x="186994" y="2116340"/>
                </a:lnTo>
                <a:lnTo>
                  <a:pt x="170472" y="2162022"/>
                </a:lnTo>
                <a:lnTo>
                  <a:pt x="154622" y="2207996"/>
                </a:lnTo>
                <a:lnTo>
                  <a:pt x="139446" y="2254262"/>
                </a:lnTo>
                <a:lnTo>
                  <a:pt x="124955" y="2300795"/>
                </a:lnTo>
                <a:lnTo>
                  <a:pt x="111137" y="2347607"/>
                </a:lnTo>
                <a:lnTo>
                  <a:pt x="98005" y="2394686"/>
                </a:lnTo>
                <a:lnTo>
                  <a:pt x="85559" y="2442019"/>
                </a:lnTo>
                <a:lnTo>
                  <a:pt x="73812" y="2489606"/>
                </a:lnTo>
                <a:lnTo>
                  <a:pt x="62763" y="2537434"/>
                </a:lnTo>
                <a:lnTo>
                  <a:pt x="52412" y="2585516"/>
                </a:lnTo>
                <a:lnTo>
                  <a:pt x="42773" y="2633827"/>
                </a:lnTo>
                <a:lnTo>
                  <a:pt x="33832" y="2682367"/>
                </a:lnTo>
                <a:lnTo>
                  <a:pt x="25615" y="2731122"/>
                </a:lnTo>
                <a:lnTo>
                  <a:pt x="18122" y="2780093"/>
                </a:lnTo>
                <a:lnTo>
                  <a:pt x="11353" y="2829268"/>
                </a:lnTo>
                <a:lnTo>
                  <a:pt x="5308" y="2878645"/>
                </a:lnTo>
                <a:lnTo>
                  <a:pt x="0" y="2928226"/>
                </a:lnTo>
                <a:lnTo>
                  <a:pt x="22644" y="2931896"/>
                </a:lnTo>
                <a:lnTo>
                  <a:pt x="27990" y="2881947"/>
                </a:lnTo>
                <a:lnTo>
                  <a:pt x="34099" y="2832189"/>
                </a:lnTo>
                <a:lnTo>
                  <a:pt x="40957" y="2782633"/>
                </a:lnTo>
                <a:lnTo>
                  <a:pt x="48552" y="2733294"/>
                </a:lnTo>
                <a:lnTo>
                  <a:pt x="56883" y="2684183"/>
                </a:lnTo>
                <a:lnTo>
                  <a:pt x="65951" y="2635288"/>
                </a:lnTo>
                <a:lnTo>
                  <a:pt x="75742" y="2586621"/>
                </a:lnTo>
                <a:lnTo>
                  <a:pt x="86258" y="2538209"/>
                </a:lnTo>
                <a:lnTo>
                  <a:pt x="97497" y="2490038"/>
                </a:lnTo>
                <a:lnTo>
                  <a:pt x="109448" y="2442108"/>
                </a:lnTo>
                <a:lnTo>
                  <a:pt x="122110" y="2394458"/>
                </a:lnTo>
                <a:lnTo>
                  <a:pt x="135483" y="2347061"/>
                </a:lnTo>
                <a:lnTo>
                  <a:pt x="149555" y="2299932"/>
                </a:lnTo>
                <a:lnTo>
                  <a:pt x="164325" y="2253094"/>
                </a:lnTo>
                <a:lnTo>
                  <a:pt x="179781" y="2206548"/>
                </a:lnTo>
                <a:lnTo>
                  <a:pt x="195922" y="2160282"/>
                </a:lnTo>
                <a:lnTo>
                  <a:pt x="212763" y="2114321"/>
                </a:lnTo>
                <a:lnTo>
                  <a:pt x="230263" y="2068677"/>
                </a:lnTo>
                <a:lnTo>
                  <a:pt x="248450" y="2023338"/>
                </a:lnTo>
                <a:lnTo>
                  <a:pt x="267296" y="1978317"/>
                </a:lnTo>
                <a:lnTo>
                  <a:pt x="286816" y="1933625"/>
                </a:lnTo>
                <a:lnTo>
                  <a:pt x="306997" y="1889264"/>
                </a:lnTo>
                <a:lnTo>
                  <a:pt x="327837" y="1845246"/>
                </a:lnTo>
                <a:lnTo>
                  <a:pt x="349326" y="1801583"/>
                </a:lnTo>
                <a:lnTo>
                  <a:pt x="371449" y="1758264"/>
                </a:lnTo>
                <a:lnTo>
                  <a:pt x="394233" y="1715312"/>
                </a:lnTo>
                <a:lnTo>
                  <a:pt x="417652" y="1672717"/>
                </a:lnTo>
                <a:lnTo>
                  <a:pt x="441693" y="1630502"/>
                </a:lnTo>
                <a:lnTo>
                  <a:pt x="466369" y="1588668"/>
                </a:lnTo>
                <a:lnTo>
                  <a:pt x="491680" y="1547228"/>
                </a:lnTo>
                <a:lnTo>
                  <a:pt x="517601" y="1506181"/>
                </a:lnTo>
                <a:lnTo>
                  <a:pt x="544131" y="1465529"/>
                </a:lnTo>
                <a:lnTo>
                  <a:pt x="571284" y="1425282"/>
                </a:lnTo>
                <a:lnTo>
                  <a:pt x="599033" y="1385455"/>
                </a:lnTo>
                <a:lnTo>
                  <a:pt x="627392" y="1346060"/>
                </a:lnTo>
                <a:lnTo>
                  <a:pt x="656348" y="1307071"/>
                </a:lnTo>
                <a:lnTo>
                  <a:pt x="685901" y="1268526"/>
                </a:lnTo>
                <a:lnTo>
                  <a:pt x="716038" y="1230426"/>
                </a:lnTo>
                <a:lnTo>
                  <a:pt x="746747" y="1192771"/>
                </a:lnTo>
                <a:lnTo>
                  <a:pt x="778052" y="1155573"/>
                </a:lnTo>
                <a:lnTo>
                  <a:pt x="809929" y="1118844"/>
                </a:lnTo>
                <a:lnTo>
                  <a:pt x="842365" y="1082573"/>
                </a:lnTo>
                <a:lnTo>
                  <a:pt x="875385" y="1046772"/>
                </a:lnTo>
                <a:lnTo>
                  <a:pt x="908951" y="1011466"/>
                </a:lnTo>
                <a:lnTo>
                  <a:pt x="943089" y="976642"/>
                </a:lnTo>
                <a:lnTo>
                  <a:pt x="977760" y="942314"/>
                </a:lnTo>
                <a:lnTo>
                  <a:pt x="1012990" y="908481"/>
                </a:lnTo>
                <a:lnTo>
                  <a:pt x="1048766" y="875157"/>
                </a:lnTo>
                <a:lnTo>
                  <a:pt x="1085075" y="842365"/>
                </a:lnTo>
                <a:lnTo>
                  <a:pt x="1121918" y="810082"/>
                </a:lnTo>
                <a:lnTo>
                  <a:pt x="1159294" y="778319"/>
                </a:lnTo>
                <a:lnTo>
                  <a:pt x="1197203" y="747102"/>
                </a:lnTo>
                <a:lnTo>
                  <a:pt x="1235621" y="716432"/>
                </a:lnTo>
                <a:lnTo>
                  <a:pt x="1274559" y="686308"/>
                </a:lnTo>
                <a:lnTo>
                  <a:pt x="1314005" y="656729"/>
                </a:lnTo>
                <a:lnTo>
                  <a:pt x="1353959" y="627722"/>
                </a:lnTo>
                <a:lnTo>
                  <a:pt x="1394421" y="599287"/>
                </a:lnTo>
                <a:lnTo>
                  <a:pt x="1435379" y="571423"/>
                </a:lnTo>
                <a:lnTo>
                  <a:pt x="1476832" y="544144"/>
                </a:lnTo>
                <a:lnTo>
                  <a:pt x="1518780" y="517448"/>
                </a:lnTo>
                <a:lnTo>
                  <a:pt x="1561198" y="491350"/>
                </a:lnTo>
                <a:lnTo>
                  <a:pt x="1604098" y="465861"/>
                </a:lnTo>
                <a:lnTo>
                  <a:pt x="1647482" y="440982"/>
                </a:lnTo>
                <a:lnTo>
                  <a:pt x="1691335" y="416712"/>
                </a:lnTo>
                <a:lnTo>
                  <a:pt x="1735658" y="393065"/>
                </a:lnTo>
                <a:lnTo>
                  <a:pt x="1780400" y="370065"/>
                </a:lnTo>
                <a:lnTo>
                  <a:pt x="1825447" y="347789"/>
                </a:lnTo>
                <a:lnTo>
                  <a:pt x="1870786" y="326224"/>
                </a:lnTo>
                <a:lnTo>
                  <a:pt x="1916404" y="305384"/>
                </a:lnTo>
                <a:lnTo>
                  <a:pt x="1962302" y="285267"/>
                </a:lnTo>
                <a:lnTo>
                  <a:pt x="2008454" y="265874"/>
                </a:lnTo>
                <a:lnTo>
                  <a:pt x="2054872" y="247205"/>
                </a:lnTo>
                <a:lnTo>
                  <a:pt x="2101545" y="229273"/>
                </a:lnTo>
                <a:lnTo>
                  <a:pt x="2148446" y="212064"/>
                </a:lnTo>
                <a:lnTo>
                  <a:pt x="2195576" y="195592"/>
                </a:lnTo>
                <a:lnTo>
                  <a:pt x="2242934" y="179870"/>
                </a:lnTo>
                <a:lnTo>
                  <a:pt x="2290508" y="164871"/>
                </a:lnTo>
                <a:lnTo>
                  <a:pt x="2338273" y="150622"/>
                </a:lnTo>
                <a:lnTo>
                  <a:pt x="2386241" y="137121"/>
                </a:lnTo>
                <a:lnTo>
                  <a:pt x="2434399" y="124358"/>
                </a:lnTo>
                <a:lnTo>
                  <a:pt x="2482723" y="112356"/>
                </a:lnTo>
                <a:lnTo>
                  <a:pt x="2531224" y="101104"/>
                </a:lnTo>
                <a:lnTo>
                  <a:pt x="2579878" y="90601"/>
                </a:lnTo>
                <a:lnTo>
                  <a:pt x="2628684" y="80860"/>
                </a:lnTo>
                <a:lnTo>
                  <a:pt x="2677642" y="71869"/>
                </a:lnTo>
                <a:lnTo>
                  <a:pt x="2726715" y="63652"/>
                </a:lnTo>
                <a:lnTo>
                  <a:pt x="2775928" y="56197"/>
                </a:lnTo>
                <a:lnTo>
                  <a:pt x="2825242" y="49504"/>
                </a:lnTo>
                <a:lnTo>
                  <a:pt x="2874670" y="43586"/>
                </a:lnTo>
                <a:lnTo>
                  <a:pt x="2924200" y="38442"/>
                </a:lnTo>
                <a:lnTo>
                  <a:pt x="2973806" y="34061"/>
                </a:lnTo>
                <a:lnTo>
                  <a:pt x="3023501" y="30467"/>
                </a:lnTo>
                <a:lnTo>
                  <a:pt x="3073273" y="27647"/>
                </a:lnTo>
                <a:lnTo>
                  <a:pt x="3123095" y="25615"/>
                </a:lnTo>
                <a:lnTo>
                  <a:pt x="3172968" y="24358"/>
                </a:lnTo>
                <a:lnTo>
                  <a:pt x="3222891" y="23901"/>
                </a:lnTo>
                <a:lnTo>
                  <a:pt x="3272853" y="24218"/>
                </a:lnTo>
                <a:lnTo>
                  <a:pt x="3322840" y="25336"/>
                </a:lnTo>
                <a:lnTo>
                  <a:pt x="3372840" y="27254"/>
                </a:lnTo>
                <a:lnTo>
                  <a:pt x="3422853" y="29959"/>
                </a:lnTo>
                <a:lnTo>
                  <a:pt x="3423437" y="6350"/>
                </a:lnTo>
                <a:close/>
              </a:path>
              <a:path w="4720590" h="4090034">
                <a:moveTo>
                  <a:pt x="4720031" y="1434045"/>
                </a:moveTo>
                <a:lnTo>
                  <a:pt x="4652416" y="1385773"/>
                </a:lnTo>
                <a:lnTo>
                  <a:pt x="4579366" y="1334973"/>
                </a:lnTo>
                <a:lnTo>
                  <a:pt x="4504512" y="1284173"/>
                </a:lnTo>
                <a:lnTo>
                  <a:pt x="4427956" y="1233373"/>
                </a:lnTo>
                <a:lnTo>
                  <a:pt x="4389082" y="1207973"/>
                </a:lnTo>
                <a:lnTo>
                  <a:pt x="4349801" y="1195273"/>
                </a:lnTo>
                <a:lnTo>
                  <a:pt x="4310151" y="1169873"/>
                </a:lnTo>
                <a:lnTo>
                  <a:pt x="4270133" y="1157173"/>
                </a:lnTo>
                <a:lnTo>
                  <a:pt x="4229773" y="1131773"/>
                </a:lnTo>
                <a:lnTo>
                  <a:pt x="4189057" y="1119073"/>
                </a:lnTo>
                <a:lnTo>
                  <a:pt x="4148010" y="1093673"/>
                </a:lnTo>
                <a:lnTo>
                  <a:pt x="4064990" y="1068273"/>
                </a:lnTo>
                <a:lnTo>
                  <a:pt x="4023029" y="1042873"/>
                </a:lnTo>
                <a:lnTo>
                  <a:pt x="3765715" y="966673"/>
                </a:lnTo>
                <a:lnTo>
                  <a:pt x="3722014" y="966673"/>
                </a:lnTo>
                <a:lnTo>
                  <a:pt x="3634028" y="941273"/>
                </a:lnTo>
                <a:lnTo>
                  <a:pt x="3589769" y="941273"/>
                </a:lnTo>
                <a:lnTo>
                  <a:pt x="3545344" y="928573"/>
                </a:lnTo>
                <a:lnTo>
                  <a:pt x="3500755" y="928573"/>
                </a:lnTo>
                <a:lnTo>
                  <a:pt x="3456025" y="915873"/>
                </a:lnTo>
                <a:lnTo>
                  <a:pt x="3366198" y="915873"/>
                </a:lnTo>
                <a:lnTo>
                  <a:pt x="3321126" y="903173"/>
                </a:lnTo>
                <a:lnTo>
                  <a:pt x="3139973" y="903173"/>
                </a:lnTo>
                <a:lnTo>
                  <a:pt x="3094545" y="915873"/>
                </a:lnTo>
                <a:lnTo>
                  <a:pt x="2958071" y="915873"/>
                </a:lnTo>
                <a:lnTo>
                  <a:pt x="2912567" y="928573"/>
                </a:lnTo>
                <a:lnTo>
                  <a:pt x="2867075" y="928573"/>
                </a:lnTo>
                <a:lnTo>
                  <a:pt x="2776169" y="953973"/>
                </a:lnTo>
                <a:lnTo>
                  <a:pt x="2730779" y="953973"/>
                </a:lnTo>
                <a:lnTo>
                  <a:pt x="2415362" y="1042873"/>
                </a:lnTo>
                <a:lnTo>
                  <a:pt x="2370772" y="1068273"/>
                </a:lnTo>
                <a:lnTo>
                  <a:pt x="2282075" y="1093673"/>
                </a:lnTo>
                <a:lnTo>
                  <a:pt x="2194280" y="1144473"/>
                </a:lnTo>
                <a:lnTo>
                  <a:pt x="2151176" y="1157173"/>
                </a:lnTo>
                <a:lnTo>
                  <a:pt x="2066772" y="1207973"/>
                </a:lnTo>
                <a:lnTo>
                  <a:pt x="2025497" y="1220673"/>
                </a:lnTo>
                <a:lnTo>
                  <a:pt x="1944801" y="1271473"/>
                </a:lnTo>
                <a:lnTo>
                  <a:pt x="1905381" y="1296873"/>
                </a:lnTo>
                <a:lnTo>
                  <a:pt x="1866595" y="1322273"/>
                </a:lnTo>
                <a:lnTo>
                  <a:pt x="1828457" y="1347673"/>
                </a:lnTo>
                <a:lnTo>
                  <a:pt x="1790941" y="1385773"/>
                </a:lnTo>
                <a:lnTo>
                  <a:pt x="1754073" y="1411173"/>
                </a:lnTo>
                <a:lnTo>
                  <a:pt x="1717865" y="1436573"/>
                </a:lnTo>
                <a:lnTo>
                  <a:pt x="1682292" y="1461973"/>
                </a:lnTo>
                <a:lnTo>
                  <a:pt x="1647393" y="1500073"/>
                </a:lnTo>
                <a:lnTo>
                  <a:pt x="1613154" y="1525473"/>
                </a:lnTo>
                <a:lnTo>
                  <a:pt x="1579575" y="1563573"/>
                </a:lnTo>
                <a:lnTo>
                  <a:pt x="1546669" y="1588973"/>
                </a:lnTo>
                <a:lnTo>
                  <a:pt x="1514436" y="1627073"/>
                </a:lnTo>
                <a:lnTo>
                  <a:pt x="1482877" y="1652473"/>
                </a:lnTo>
                <a:lnTo>
                  <a:pt x="1452016" y="1690573"/>
                </a:lnTo>
                <a:lnTo>
                  <a:pt x="1421841" y="1715973"/>
                </a:lnTo>
                <a:lnTo>
                  <a:pt x="1392351" y="1754073"/>
                </a:lnTo>
                <a:lnTo>
                  <a:pt x="1363560" y="1792173"/>
                </a:lnTo>
                <a:lnTo>
                  <a:pt x="1335481" y="1830273"/>
                </a:lnTo>
                <a:lnTo>
                  <a:pt x="1308100" y="1855673"/>
                </a:lnTo>
                <a:lnTo>
                  <a:pt x="1281430" y="1893773"/>
                </a:lnTo>
                <a:lnTo>
                  <a:pt x="1255483" y="1931873"/>
                </a:lnTo>
                <a:lnTo>
                  <a:pt x="1230249" y="1969973"/>
                </a:lnTo>
                <a:lnTo>
                  <a:pt x="1205738" y="2008073"/>
                </a:lnTo>
                <a:lnTo>
                  <a:pt x="1181963" y="2046173"/>
                </a:lnTo>
                <a:lnTo>
                  <a:pt x="1158913" y="2084273"/>
                </a:lnTo>
                <a:lnTo>
                  <a:pt x="1136611" y="2122373"/>
                </a:lnTo>
                <a:lnTo>
                  <a:pt x="1115047" y="2160473"/>
                </a:lnTo>
                <a:lnTo>
                  <a:pt x="1094232" y="2198573"/>
                </a:lnTo>
                <a:lnTo>
                  <a:pt x="1074166" y="2249373"/>
                </a:lnTo>
                <a:lnTo>
                  <a:pt x="1054849" y="2287473"/>
                </a:lnTo>
                <a:lnTo>
                  <a:pt x="1036294" y="2325573"/>
                </a:lnTo>
                <a:lnTo>
                  <a:pt x="1018514" y="2363673"/>
                </a:lnTo>
                <a:lnTo>
                  <a:pt x="1001496" y="2401773"/>
                </a:lnTo>
                <a:lnTo>
                  <a:pt x="985253" y="2452573"/>
                </a:lnTo>
                <a:lnTo>
                  <a:pt x="969797" y="2490673"/>
                </a:lnTo>
                <a:lnTo>
                  <a:pt x="955103" y="2528773"/>
                </a:lnTo>
                <a:lnTo>
                  <a:pt x="941209" y="2579573"/>
                </a:lnTo>
                <a:lnTo>
                  <a:pt x="928116" y="2617673"/>
                </a:lnTo>
                <a:lnTo>
                  <a:pt x="915809" y="2655773"/>
                </a:lnTo>
                <a:lnTo>
                  <a:pt x="904303" y="2706573"/>
                </a:lnTo>
                <a:lnTo>
                  <a:pt x="893597" y="2744673"/>
                </a:lnTo>
                <a:lnTo>
                  <a:pt x="883704" y="2795473"/>
                </a:lnTo>
                <a:lnTo>
                  <a:pt x="874623" y="2833573"/>
                </a:lnTo>
                <a:lnTo>
                  <a:pt x="866368" y="2884373"/>
                </a:lnTo>
                <a:lnTo>
                  <a:pt x="858926" y="2922473"/>
                </a:lnTo>
                <a:lnTo>
                  <a:pt x="852322" y="2973273"/>
                </a:lnTo>
                <a:lnTo>
                  <a:pt x="846543" y="3011373"/>
                </a:lnTo>
                <a:lnTo>
                  <a:pt x="841603" y="3062173"/>
                </a:lnTo>
                <a:lnTo>
                  <a:pt x="837501" y="3100273"/>
                </a:lnTo>
                <a:lnTo>
                  <a:pt x="831837" y="3189173"/>
                </a:lnTo>
                <a:lnTo>
                  <a:pt x="830287" y="3239973"/>
                </a:lnTo>
                <a:lnTo>
                  <a:pt x="829602" y="3278073"/>
                </a:lnTo>
                <a:lnTo>
                  <a:pt x="829767" y="3328873"/>
                </a:lnTo>
                <a:lnTo>
                  <a:pt x="830808" y="3379673"/>
                </a:lnTo>
                <a:lnTo>
                  <a:pt x="835507" y="3468573"/>
                </a:lnTo>
                <a:lnTo>
                  <a:pt x="843724" y="3557473"/>
                </a:lnTo>
                <a:lnTo>
                  <a:pt x="849172" y="3595573"/>
                </a:lnTo>
                <a:lnTo>
                  <a:pt x="855510" y="3646373"/>
                </a:lnTo>
                <a:lnTo>
                  <a:pt x="862736" y="3697173"/>
                </a:lnTo>
                <a:lnTo>
                  <a:pt x="870877" y="3735273"/>
                </a:lnTo>
                <a:lnTo>
                  <a:pt x="879932" y="3786073"/>
                </a:lnTo>
                <a:lnTo>
                  <a:pt x="889889" y="3824173"/>
                </a:lnTo>
                <a:lnTo>
                  <a:pt x="900760" y="3874973"/>
                </a:lnTo>
                <a:lnTo>
                  <a:pt x="912558" y="3913073"/>
                </a:lnTo>
                <a:lnTo>
                  <a:pt x="925283" y="3963873"/>
                </a:lnTo>
                <a:lnTo>
                  <a:pt x="938936" y="4014673"/>
                </a:lnTo>
                <a:lnTo>
                  <a:pt x="953528" y="4052773"/>
                </a:lnTo>
                <a:lnTo>
                  <a:pt x="964869" y="4089857"/>
                </a:lnTo>
                <a:lnTo>
                  <a:pt x="4720031" y="4089857"/>
                </a:lnTo>
                <a:lnTo>
                  <a:pt x="4720031" y="1434045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948269" y="70248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948269" y="7663922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948269" y="8942033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948269" y="830297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073796" y="3304897"/>
            <a:ext cx="257175" cy="5396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88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62230">
              <a:lnSpc>
                <a:spcPct val="100000"/>
              </a:lnSpc>
              <a:spcBef>
                <a:spcPts val="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58419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60325">
              <a:lnSpc>
                <a:spcPct val="100000"/>
              </a:lnSpc>
              <a:spcBef>
                <a:spcPts val="5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58419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dirty="0" sz="1700" spc="-3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84809" y="9065030"/>
            <a:ext cx="235585" cy="28448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700" spc="-80">
                <a:solidFill>
                  <a:srgbClr val="181818"/>
                </a:solidFill>
                <a:latin typeface="Tahoma"/>
                <a:cs typeface="Tahoma"/>
              </a:rPr>
              <a:t>13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882687" y="2899740"/>
            <a:ext cx="7405370" cy="6350000"/>
          </a:xfrm>
          <a:custGeom>
            <a:avLst/>
            <a:gdLst/>
            <a:ahLst/>
            <a:cxnLst/>
            <a:rect l="l" t="t" r="r" b="b"/>
            <a:pathLst>
              <a:path w="7405369" h="6350000">
                <a:moveTo>
                  <a:pt x="5104187" y="6223000"/>
                </a:moveTo>
                <a:lnTo>
                  <a:pt x="5191361" y="6240057"/>
                </a:lnTo>
                <a:lnTo>
                  <a:pt x="5241521" y="6249277"/>
                </a:lnTo>
                <a:lnTo>
                  <a:pt x="5291817" y="6258105"/>
                </a:lnTo>
                <a:lnTo>
                  <a:pt x="5342248" y="6266539"/>
                </a:lnTo>
                <a:lnTo>
                  <a:pt x="5392812" y="6274578"/>
                </a:lnTo>
                <a:lnTo>
                  <a:pt x="5443507" y="6282219"/>
                </a:lnTo>
                <a:lnTo>
                  <a:pt x="5494331" y="6289462"/>
                </a:lnTo>
                <a:lnTo>
                  <a:pt x="5545284" y="6296305"/>
                </a:lnTo>
                <a:lnTo>
                  <a:pt x="5596363" y="6302745"/>
                </a:lnTo>
                <a:lnTo>
                  <a:pt x="5647566" y="6308782"/>
                </a:lnTo>
                <a:lnTo>
                  <a:pt x="5698892" y="6314414"/>
                </a:lnTo>
                <a:lnTo>
                  <a:pt x="5750340" y="6319638"/>
                </a:lnTo>
                <a:lnTo>
                  <a:pt x="5801907" y="6324455"/>
                </a:lnTo>
                <a:lnTo>
                  <a:pt x="5853593" y="6328861"/>
                </a:lnTo>
                <a:lnTo>
                  <a:pt x="5905395" y="6332855"/>
                </a:lnTo>
                <a:lnTo>
                  <a:pt x="5957311" y="6336435"/>
                </a:lnTo>
                <a:lnTo>
                  <a:pt x="6009341" y="6339601"/>
                </a:lnTo>
                <a:lnTo>
                  <a:pt x="6061483" y="6342350"/>
                </a:lnTo>
                <a:lnTo>
                  <a:pt x="6113734" y="6344680"/>
                </a:lnTo>
                <a:lnTo>
                  <a:pt x="6166093" y="6346591"/>
                </a:lnTo>
                <a:lnTo>
                  <a:pt x="6218559" y="6348079"/>
                </a:lnTo>
                <a:lnTo>
                  <a:pt x="6271130" y="6349145"/>
                </a:lnTo>
                <a:lnTo>
                  <a:pt x="6323804" y="6349785"/>
                </a:lnTo>
                <a:lnTo>
                  <a:pt x="6376580" y="6350000"/>
                </a:lnTo>
                <a:lnTo>
                  <a:pt x="6429356" y="6349785"/>
                </a:lnTo>
                <a:lnTo>
                  <a:pt x="6482031" y="6349145"/>
                </a:lnTo>
                <a:lnTo>
                  <a:pt x="6534602" y="6348079"/>
                </a:lnTo>
                <a:lnTo>
                  <a:pt x="6587068" y="6346591"/>
                </a:lnTo>
                <a:lnTo>
                  <a:pt x="6639427" y="6344680"/>
                </a:lnTo>
                <a:lnTo>
                  <a:pt x="6691678" y="6342350"/>
                </a:lnTo>
                <a:lnTo>
                  <a:pt x="6743820" y="6339601"/>
                </a:lnTo>
                <a:lnTo>
                  <a:pt x="6795849" y="6336435"/>
                </a:lnTo>
                <a:lnTo>
                  <a:pt x="6847766" y="6332855"/>
                </a:lnTo>
                <a:lnTo>
                  <a:pt x="6899568" y="6328861"/>
                </a:lnTo>
                <a:lnTo>
                  <a:pt x="6951253" y="6324455"/>
                </a:lnTo>
                <a:lnTo>
                  <a:pt x="7002821" y="6319638"/>
                </a:lnTo>
                <a:lnTo>
                  <a:pt x="7054268" y="6314414"/>
                </a:lnTo>
                <a:lnTo>
                  <a:pt x="7105595" y="6308782"/>
                </a:lnTo>
                <a:lnTo>
                  <a:pt x="7156798" y="6302745"/>
                </a:lnTo>
                <a:lnTo>
                  <a:pt x="7207877" y="6296305"/>
                </a:lnTo>
                <a:lnTo>
                  <a:pt x="7258829" y="6289462"/>
                </a:lnTo>
                <a:lnTo>
                  <a:pt x="7309654" y="6282219"/>
                </a:lnTo>
                <a:lnTo>
                  <a:pt x="7360349" y="6274578"/>
                </a:lnTo>
                <a:lnTo>
                  <a:pt x="7405311" y="6267429"/>
                </a:lnTo>
              </a:path>
              <a:path w="7405369" h="6350000">
                <a:moveTo>
                  <a:pt x="4588978" y="6096000"/>
                </a:moveTo>
                <a:lnTo>
                  <a:pt x="4649051" y="6113226"/>
                </a:lnTo>
                <a:lnTo>
                  <a:pt x="4697606" y="6126651"/>
                </a:lnTo>
                <a:lnTo>
                  <a:pt x="4746315" y="6139702"/>
                </a:lnTo>
                <a:lnTo>
                  <a:pt x="4795176" y="6152377"/>
                </a:lnTo>
                <a:lnTo>
                  <a:pt x="4844188" y="6164675"/>
                </a:lnTo>
                <a:lnTo>
                  <a:pt x="4893350" y="6176594"/>
                </a:lnTo>
                <a:lnTo>
                  <a:pt x="4942659" y="6188133"/>
                </a:lnTo>
                <a:lnTo>
                  <a:pt x="4992114" y="6199289"/>
                </a:lnTo>
                <a:lnTo>
                  <a:pt x="5041713" y="6210061"/>
                </a:lnTo>
                <a:lnTo>
                  <a:pt x="5091455" y="6220447"/>
                </a:lnTo>
                <a:lnTo>
                  <a:pt x="5104187" y="6223000"/>
                </a:lnTo>
              </a:path>
              <a:path w="7405369" h="6350000">
                <a:moveTo>
                  <a:pt x="4200482" y="5969000"/>
                </a:moveTo>
                <a:lnTo>
                  <a:pt x="4266362" y="5992555"/>
                </a:lnTo>
                <a:lnTo>
                  <a:pt x="4313624" y="6008913"/>
                </a:lnTo>
                <a:lnTo>
                  <a:pt x="4361053" y="6024911"/>
                </a:lnTo>
                <a:lnTo>
                  <a:pt x="4408649" y="6040546"/>
                </a:lnTo>
                <a:lnTo>
                  <a:pt x="4456408" y="6055817"/>
                </a:lnTo>
                <a:lnTo>
                  <a:pt x="4504329" y="6070722"/>
                </a:lnTo>
                <a:lnTo>
                  <a:pt x="4552411" y="6085260"/>
                </a:lnTo>
                <a:lnTo>
                  <a:pt x="4588978" y="6096000"/>
                </a:lnTo>
              </a:path>
              <a:path w="7405369" h="6350000">
                <a:moveTo>
                  <a:pt x="3878378" y="5842000"/>
                </a:moveTo>
                <a:lnTo>
                  <a:pt x="3940350" y="5868074"/>
                </a:lnTo>
                <a:lnTo>
                  <a:pt x="3986395" y="5886914"/>
                </a:lnTo>
                <a:lnTo>
                  <a:pt x="4032619" y="5905404"/>
                </a:lnTo>
                <a:lnTo>
                  <a:pt x="4079020" y="5923543"/>
                </a:lnTo>
                <a:lnTo>
                  <a:pt x="4125596" y="5941329"/>
                </a:lnTo>
                <a:lnTo>
                  <a:pt x="4172346" y="5958761"/>
                </a:lnTo>
                <a:lnTo>
                  <a:pt x="4200482" y="5969000"/>
                </a:lnTo>
              </a:path>
              <a:path w="7405369" h="6350000">
                <a:moveTo>
                  <a:pt x="3599326" y="5715000"/>
                </a:moveTo>
                <a:lnTo>
                  <a:pt x="3667926" y="5747791"/>
                </a:lnTo>
                <a:lnTo>
                  <a:pt x="3712864" y="5768692"/>
                </a:lnTo>
                <a:lnTo>
                  <a:pt x="3757991" y="5789255"/>
                </a:lnTo>
                <a:lnTo>
                  <a:pt x="3803304" y="5809476"/>
                </a:lnTo>
                <a:lnTo>
                  <a:pt x="3848803" y="5829354"/>
                </a:lnTo>
                <a:lnTo>
                  <a:pt x="3878378" y="5842000"/>
                </a:lnTo>
              </a:path>
              <a:path w="7405369" h="6350000">
                <a:moveTo>
                  <a:pt x="3351223" y="5588000"/>
                </a:moveTo>
                <a:lnTo>
                  <a:pt x="3402353" y="5615339"/>
                </a:lnTo>
                <a:lnTo>
                  <a:pt x="3446125" y="5638244"/>
                </a:lnTo>
                <a:lnTo>
                  <a:pt x="3490095" y="5660820"/>
                </a:lnTo>
                <a:lnTo>
                  <a:pt x="3534261" y="5683064"/>
                </a:lnTo>
                <a:lnTo>
                  <a:pt x="3578623" y="5704975"/>
                </a:lnTo>
                <a:lnTo>
                  <a:pt x="3599326" y="5715000"/>
                </a:lnTo>
              </a:path>
              <a:path w="7405369" h="6350000">
                <a:moveTo>
                  <a:pt x="3127036" y="5461000"/>
                </a:moveTo>
                <a:lnTo>
                  <a:pt x="3186531" y="5495925"/>
                </a:lnTo>
                <a:lnTo>
                  <a:pt x="3229285" y="5520454"/>
                </a:lnTo>
                <a:lnTo>
                  <a:pt x="3272246" y="5544662"/>
                </a:lnTo>
                <a:lnTo>
                  <a:pt x="3315412" y="5568546"/>
                </a:lnTo>
                <a:lnTo>
                  <a:pt x="3351223" y="5588000"/>
                </a:lnTo>
              </a:path>
              <a:path w="7405369" h="6350000">
                <a:moveTo>
                  <a:pt x="2921954" y="5334000"/>
                </a:moveTo>
                <a:lnTo>
                  <a:pt x="2975916" y="5368512"/>
                </a:lnTo>
                <a:lnTo>
                  <a:pt x="3017613" y="5394624"/>
                </a:lnTo>
                <a:lnTo>
                  <a:pt x="3059524" y="5420424"/>
                </a:lnTo>
                <a:lnTo>
                  <a:pt x="3101648" y="5445908"/>
                </a:lnTo>
                <a:lnTo>
                  <a:pt x="3127036" y="5461000"/>
                </a:lnTo>
              </a:path>
              <a:path w="7405369" h="6350000">
                <a:moveTo>
                  <a:pt x="2732729" y="5207000"/>
                </a:moveTo>
                <a:lnTo>
                  <a:pt x="2770716" y="5233306"/>
                </a:lnTo>
                <a:lnTo>
                  <a:pt x="2811313" y="5260961"/>
                </a:lnTo>
                <a:lnTo>
                  <a:pt x="2852133" y="5288310"/>
                </a:lnTo>
                <a:lnTo>
                  <a:pt x="2893175" y="5315353"/>
                </a:lnTo>
                <a:lnTo>
                  <a:pt x="2921954" y="5334000"/>
                </a:lnTo>
              </a:path>
              <a:path w="7405369" h="6350000">
                <a:moveTo>
                  <a:pt x="2557133" y="5080000"/>
                </a:moveTo>
                <a:lnTo>
                  <a:pt x="2610591" y="5119668"/>
                </a:lnTo>
                <a:lnTo>
                  <a:pt x="2650279" y="5148527"/>
                </a:lnTo>
                <a:lnTo>
                  <a:pt x="2690197" y="5177087"/>
                </a:lnTo>
                <a:lnTo>
                  <a:pt x="2730343" y="5205347"/>
                </a:lnTo>
                <a:lnTo>
                  <a:pt x="2732729" y="5207000"/>
                </a:lnTo>
              </a:path>
              <a:path w="7405369" h="6350000">
                <a:moveTo>
                  <a:pt x="2393208" y="4953000"/>
                </a:moveTo>
                <a:lnTo>
                  <a:pt x="2415651" y="4970951"/>
                </a:lnTo>
                <a:lnTo>
                  <a:pt x="2454167" y="5001279"/>
                </a:lnTo>
                <a:lnTo>
                  <a:pt x="2492920" y="5031316"/>
                </a:lnTo>
                <a:lnTo>
                  <a:pt x="2531909" y="5061061"/>
                </a:lnTo>
                <a:lnTo>
                  <a:pt x="2557133" y="5080000"/>
                </a:lnTo>
              </a:path>
              <a:path w="7405369" h="6350000">
                <a:moveTo>
                  <a:pt x="2239602" y="4826000"/>
                </a:moveTo>
                <a:lnTo>
                  <a:pt x="2264001" y="4846771"/>
                </a:lnTo>
                <a:lnTo>
                  <a:pt x="2301549" y="4878243"/>
                </a:lnTo>
                <a:lnTo>
                  <a:pt x="2339340" y="4909432"/>
                </a:lnTo>
                <a:lnTo>
                  <a:pt x="2377375" y="4940335"/>
                </a:lnTo>
                <a:lnTo>
                  <a:pt x="2393208" y="4953000"/>
                </a:lnTo>
              </a:path>
              <a:path w="7405369" h="6350000">
                <a:moveTo>
                  <a:pt x="2095220" y="4699000"/>
                </a:moveTo>
                <a:lnTo>
                  <a:pt x="2116288" y="4718075"/>
                </a:lnTo>
                <a:lnTo>
                  <a:pt x="2152841" y="4750667"/>
                </a:lnTo>
                <a:lnTo>
                  <a:pt x="2189646" y="4782981"/>
                </a:lnTo>
                <a:lnTo>
                  <a:pt x="2226700" y="4815016"/>
                </a:lnTo>
                <a:lnTo>
                  <a:pt x="2239602" y="4826000"/>
                </a:lnTo>
              </a:path>
              <a:path w="7405369" h="6350000">
                <a:moveTo>
                  <a:pt x="1959143" y="4572000"/>
                </a:moveTo>
                <a:lnTo>
                  <a:pt x="1972617" y="4584970"/>
                </a:lnTo>
                <a:lnTo>
                  <a:pt x="2008150" y="4618654"/>
                </a:lnTo>
                <a:lnTo>
                  <a:pt x="2043941" y="4652067"/>
                </a:lnTo>
                <a:lnTo>
                  <a:pt x="2079987" y="4685208"/>
                </a:lnTo>
                <a:lnTo>
                  <a:pt x="2095220" y="4699000"/>
                </a:lnTo>
              </a:path>
              <a:path w="7405369" h="6350000">
                <a:moveTo>
                  <a:pt x="1830592" y="4445000"/>
                </a:moveTo>
                <a:lnTo>
                  <a:pt x="1833094" y="4447559"/>
                </a:lnTo>
                <a:lnTo>
                  <a:pt x="1867580" y="4482310"/>
                </a:lnTo>
                <a:lnTo>
                  <a:pt x="1902331" y="4516796"/>
                </a:lnTo>
                <a:lnTo>
                  <a:pt x="1937344" y="4551017"/>
                </a:lnTo>
                <a:lnTo>
                  <a:pt x="1959143" y="4572000"/>
                </a:lnTo>
              </a:path>
              <a:path w="7405369" h="6350000">
                <a:moveTo>
                  <a:pt x="1709073" y="4318000"/>
                </a:moveTo>
                <a:lnTo>
                  <a:pt x="1731236" y="4341740"/>
                </a:lnTo>
                <a:lnTo>
                  <a:pt x="1764921" y="4377273"/>
                </a:lnTo>
                <a:lnTo>
                  <a:pt x="1798874" y="4412547"/>
                </a:lnTo>
                <a:lnTo>
                  <a:pt x="1830592" y="4445000"/>
                </a:lnTo>
              </a:path>
              <a:path w="7405369" h="6350000">
                <a:moveTo>
                  <a:pt x="1593913" y="4191000"/>
                </a:moveTo>
                <a:lnTo>
                  <a:pt x="1599224" y="4197049"/>
                </a:lnTo>
                <a:lnTo>
                  <a:pt x="1631815" y="4233602"/>
                </a:lnTo>
                <a:lnTo>
                  <a:pt x="1664682" y="4269903"/>
                </a:lnTo>
                <a:lnTo>
                  <a:pt x="1697823" y="4305949"/>
                </a:lnTo>
                <a:lnTo>
                  <a:pt x="1709073" y="4318000"/>
                </a:lnTo>
              </a:path>
              <a:path w="7405369" h="6350000">
                <a:moveTo>
                  <a:pt x="1484772" y="4064000"/>
                </a:moveTo>
                <a:lnTo>
                  <a:pt x="1503120" y="4085889"/>
                </a:lnTo>
                <a:lnTo>
                  <a:pt x="1534874" y="4123191"/>
                </a:lnTo>
                <a:lnTo>
                  <a:pt x="1566910" y="4160244"/>
                </a:lnTo>
                <a:lnTo>
                  <a:pt x="1593913" y="4191000"/>
                </a:lnTo>
              </a:path>
              <a:path w="7405369" h="6350000">
                <a:moveTo>
                  <a:pt x="1381147" y="3937000"/>
                </a:moveTo>
                <a:lnTo>
                  <a:pt x="1409555" y="3972515"/>
                </a:lnTo>
                <a:lnTo>
                  <a:pt x="1440458" y="4010550"/>
                </a:lnTo>
                <a:lnTo>
                  <a:pt x="1471647" y="4048342"/>
                </a:lnTo>
                <a:lnTo>
                  <a:pt x="1484772" y="4064000"/>
                </a:lnTo>
              </a:path>
              <a:path w="7405369" h="6350000">
                <a:moveTo>
                  <a:pt x="1282837" y="3810000"/>
                </a:moveTo>
                <a:lnTo>
                  <a:pt x="1288830" y="3817981"/>
                </a:lnTo>
                <a:lnTo>
                  <a:pt x="1318575" y="3856970"/>
                </a:lnTo>
                <a:lnTo>
                  <a:pt x="1348612" y="3895724"/>
                </a:lnTo>
                <a:lnTo>
                  <a:pt x="1378939" y="3934239"/>
                </a:lnTo>
                <a:lnTo>
                  <a:pt x="1381147" y="3937000"/>
                </a:lnTo>
              </a:path>
              <a:path w="7405369" h="6350000">
                <a:moveTo>
                  <a:pt x="1189478" y="3683000"/>
                </a:moveTo>
                <a:lnTo>
                  <a:pt x="1201363" y="3699611"/>
                </a:lnTo>
                <a:lnTo>
                  <a:pt x="1230222" y="3739299"/>
                </a:lnTo>
                <a:lnTo>
                  <a:pt x="1259378" y="3778757"/>
                </a:lnTo>
                <a:lnTo>
                  <a:pt x="1282837" y="3810000"/>
                </a:lnTo>
              </a:path>
              <a:path w="7405369" h="6350000">
                <a:moveTo>
                  <a:pt x="1100798" y="3556000"/>
                </a:moveTo>
                <a:lnTo>
                  <a:pt x="1116585" y="3579174"/>
                </a:lnTo>
                <a:lnTo>
                  <a:pt x="1144543" y="3619547"/>
                </a:lnTo>
                <a:lnTo>
                  <a:pt x="1172803" y="3659693"/>
                </a:lnTo>
                <a:lnTo>
                  <a:pt x="1189478" y="3683000"/>
                </a:lnTo>
              </a:path>
              <a:path w="7405369" h="6350000">
                <a:moveTo>
                  <a:pt x="1016580" y="3429000"/>
                </a:moveTo>
                <a:lnTo>
                  <a:pt x="1034537" y="3456715"/>
                </a:lnTo>
                <a:lnTo>
                  <a:pt x="1061580" y="3497757"/>
                </a:lnTo>
                <a:lnTo>
                  <a:pt x="1088930" y="3538577"/>
                </a:lnTo>
                <a:lnTo>
                  <a:pt x="1100798" y="3556000"/>
                </a:lnTo>
              </a:path>
              <a:path w="7405369" h="6350000">
                <a:moveTo>
                  <a:pt x="936628" y="3302000"/>
                </a:moveTo>
                <a:lnTo>
                  <a:pt x="955266" y="3332277"/>
                </a:lnTo>
                <a:lnTo>
                  <a:pt x="981379" y="3373974"/>
                </a:lnTo>
                <a:lnTo>
                  <a:pt x="1007803" y="3415453"/>
                </a:lnTo>
                <a:lnTo>
                  <a:pt x="1016580" y="3429000"/>
                </a:lnTo>
              </a:path>
              <a:path w="7405369" h="6350000">
                <a:moveTo>
                  <a:pt x="860764" y="3175000"/>
                </a:moveTo>
                <a:lnTo>
                  <a:pt x="878815" y="3205906"/>
                </a:lnTo>
                <a:lnTo>
                  <a:pt x="903982" y="3248242"/>
                </a:lnTo>
                <a:lnTo>
                  <a:pt x="929467" y="3290366"/>
                </a:lnTo>
                <a:lnTo>
                  <a:pt x="936628" y="3302000"/>
                </a:lnTo>
              </a:path>
              <a:path w="7405369" h="6350000">
                <a:moveTo>
                  <a:pt x="788826" y="3048000"/>
                </a:moveTo>
                <a:lnTo>
                  <a:pt x="805228" y="3077644"/>
                </a:lnTo>
                <a:lnTo>
                  <a:pt x="829436" y="3120605"/>
                </a:lnTo>
                <a:lnTo>
                  <a:pt x="853966" y="3163359"/>
                </a:lnTo>
                <a:lnTo>
                  <a:pt x="860764" y="3175000"/>
                </a:lnTo>
              </a:path>
              <a:path w="7405369" h="6350000">
                <a:moveTo>
                  <a:pt x="720664" y="2921000"/>
                </a:moveTo>
                <a:lnTo>
                  <a:pt x="734551" y="2947537"/>
                </a:lnTo>
                <a:lnTo>
                  <a:pt x="757784" y="2991108"/>
                </a:lnTo>
                <a:lnTo>
                  <a:pt x="781344" y="3034478"/>
                </a:lnTo>
                <a:lnTo>
                  <a:pt x="788826" y="3048000"/>
                </a:lnTo>
              </a:path>
              <a:path w="7405369" h="6350000">
                <a:moveTo>
                  <a:pt x="656144" y="2794000"/>
                </a:moveTo>
                <a:lnTo>
                  <a:pt x="666827" y="2815629"/>
                </a:lnTo>
                <a:lnTo>
                  <a:pt x="689070" y="2859796"/>
                </a:lnTo>
                <a:lnTo>
                  <a:pt x="711646" y="2903765"/>
                </a:lnTo>
                <a:lnTo>
                  <a:pt x="720664" y="2921000"/>
                </a:lnTo>
              </a:path>
              <a:path w="7405369" h="6350000">
                <a:moveTo>
                  <a:pt x="595140" y="2667000"/>
                </a:moveTo>
                <a:lnTo>
                  <a:pt x="602100" y="2681964"/>
                </a:lnTo>
                <a:lnTo>
                  <a:pt x="623340" y="2726711"/>
                </a:lnTo>
                <a:lnTo>
                  <a:pt x="644916" y="2771267"/>
                </a:lnTo>
                <a:lnTo>
                  <a:pt x="656144" y="2794000"/>
                </a:lnTo>
              </a:path>
              <a:path w="7405369" h="6350000">
                <a:moveTo>
                  <a:pt x="537537" y="2540000"/>
                </a:moveTo>
                <a:lnTo>
                  <a:pt x="540415" y="2546586"/>
                </a:lnTo>
                <a:lnTo>
                  <a:pt x="560636" y="2591900"/>
                </a:lnTo>
                <a:lnTo>
                  <a:pt x="581198" y="2637026"/>
                </a:lnTo>
                <a:lnTo>
                  <a:pt x="595140" y="2667000"/>
                </a:lnTo>
              </a:path>
              <a:path w="7405369" h="6350000">
                <a:moveTo>
                  <a:pt x="483263" y="2413000"/>
                </a:moveTo>
                <a:lnTo>
                  <a:pt x="501003" y="2455405"/>
                </a:lnTo>
                <a:lnTo>
                  <a:pt x="520537" y="2501087"/>
                </a:lnTo>
                <a:lnTo>
                  <a:pt x="537537" y="2540000"/>
                </a:lnTo>
              </a:path>
              <a:path w="7405369" h="6350000">
                <a:moveTo>
                  <a:pt x="432262" y="2286000"/>
                </a:moveTo>
                <a:lnTo>
                  <a:pt x="444486" y="2317272"/>
                </a:lnTo>
                <a:lnTo>
                  <a:pt x="462976" y="2363495"/>
                </a:lnTo>
                <a:lnTo>
                  <a:pt x="481816" y="2409540"/>
                </a:lnTo>
                <a:lnTo>
                  <a:pt x="483263" y="2413000"/>
                </a:lnTo>
              </a:path>
              <a:path w="7405369" h="6350000">
                <a:moveTo>
                  <a:pt x="384381" y="2159000"/>
                </a:moveTo>
                <a:lnTo>
                  <a:pt x="391130" y="2177544"/>
                </a:lnTo>
                <a:lnTo>
                  <a:pt x="408561" y="2224294"/>
                </a:lnTo>
                <a:lnTo>
                  <a:pt x="426347" y="2270871"/>
                </a:lnTo>
                <a:lnTo>
                  <a:pt x="432262" y="2286000"/>
                </a:lnTo>
              </a:path>
              <a:path w="7405369" h="6350000">
                <a:moveTo>
                  <a:pt x="339538" y="2032000"/>
                </a:moveTo>
                <a:lnTo>
                  <a:pt x="340977" y="2036266"/>
                </a:lnTo>
                <a:lnTo>
                  <a:pt x="357336" y="2083528"/>
                </a:lnTo>
                <a:lnTo>
                  <a:pt x="374054" y="2130621"/>
                </a:lnTo>
                <a:lnTo>
                  <a:pt x="384381" y="2159000"/>
                </a:lnTo>
              </a:path>
              <a:path w="7405369" h="6350000">
                <a:moveTo>
                  <a:pt x="297756" y="1905000"/>
                </a:moveTo>
                <a:lnTo>
                  <a:pt x="309344" y="1941242"/>
                </a:lnTo>
                <a:lnTo>
                  <a:pt x="324979" y="1988837"/>
                </a:lnTo>
                <a:lnTo>
                  <a:pt x="339538" y="2032000"/>
                </a:lnTo>
              </a:path>
              <a:path w="7405369" h="6350000">
                <a:moveTo>
                  <a:pt x="258909" y="1778000"/>
                </a:moveTo>
                <a:lnTo>
                  <a:pt x="264630" y="1797479"/>
                </a:lnTo>
                <a:lnTo>
                  <a:pt x="279168" y="1845561"/>
                </a:lnTo>
                <a:lnTo>
                  <a:pt x="294073" y="1893483"/>
                </a:lnTo>
                <a:lnTo>
                  <a:pt x="297756" y="1905000"/>
                </a:lnTo>
              </a:path>
              <a:path w="7405369" h="6350000">
                <a:moveTo>
                  <a:pt x="222895" y="1651000"/>
                </a:moveTo>
                <a:lnTo>
                  <a:pt x="223239" y="1652284"/>
                </a:lnTo>
                <a:lnTo>
                  <a:pt x="236664" y="1700839"/>
                </a:lnTo>
                <a:lnTo>
                  <a:pt x="250462" y="1749238"/>
                </a:lnTo>
                <a:lnTo>
                  <a:pt x="258909" y="1778000"/>
                </a:lnTo>
              </a:path>
              <a:path w="7405369" h="6350000">
                <a:moveTo>
                  <a:pt x="189806" y="1524000"/>
                </a:moveTo>
                <a:lnTo>
                  <a:pt x="197513" y="1554714"/>
                </a:lnTo>
                <a:lnTo>
                  <a:pt x="210188" y="1603575"/>
                </a:lnTo>
                <a:lnTo>
                  <a:pt x="222895" y="1651000"/>
                </a:lnTo>
              </a:path>
              <a:path w="7405369" h="6350000">
                <a:moveTo>
                  <a:pt x="159450" y="1397000"/>
                </a:moveTo>
                <a:lnTo>
                  <a:pt x="161758" y="1407232"/>
                </a:lnTo>
                <a:lnTo>
                  <a:pt x="173296" y="1456541"/>
                </a:lnTo>
                <a:lnTo>
                  <a:pt x="185215" y="1505702"/>
                </a:lnTo>
                <a:lnTo>
                  <a:pt x="189806" y="1524000"/>
                </a:lnTo>
              </a:path>
              <a:path w="7405369" h="6350000">
                <a:moveTo>
                  <a:pt x="131858" y="1270000"/>
                </a:moveTo>
                <a:lnTo>
                  <a:pt x="139830" y="1308177"/>
                </a:lnTo>
                <a:lnTo>
                  <a:pt x="150602" y="1357776"/>
                </a:lnTo>
                <a:lnTo>
                  <a:pt x="159450" y="1397000"/>
                </a:lnTo>
              </a:path>
              <a:path w="7405369" h="6350000">
                <a:moveTo>
                  <a:pt x="106979" y="1143000"/>
                </a:moveTo>
                <a:lnTo>
                  <a:pt x="109833" y="1158529"/>
                </a:lnTo>
                <a:lnTo>
                  <a:pt x="119444" y="1208552"/>
                </a:lnTo>
                <a:lnTo>
                  <a:pt x="129443" y="1258435"/>
                </a:lnTo>
                <a:lnTo>
                  <a:pt x="131858" y="1270000"/>
                </a:lnTo>
              </a:path>
              <a:path w="7405369" h="6350000">
                <a:moveTo>
                  <a:pt x="84749" y="1016000"/>
                </a:moveTo>
                <a:lnTo>
                  <a:pt x="91785" y="1058073"/>
                </a:lnTo>
                <a:lnTo>
                  <a:pt x="100613" y="1108369"/>
                </a:lnTo>
                <a:lnTo>
                  <a:pt x="106979" y="1143000"/>
                </a:lnTo>
              </a:path>
              <a:path w="7405369" h="6350000">
                <a:moveTo>
                  <a:pt x="65194" y="889000"/>
                </a:moveTo>
                <a:lnTo>
                  <a:pt x="67671" y="906383"/>
                </a:lnTo>
                <a:lnTo>
                  <a:pt x="75313" y="957078"/>
                </a:lnTo>
                <a:lnTo>
                  <a:pt x="83351" y="1007642"/>
                </a:lnTo>
                <a:lnTo>
                  <a:pt x="84749" y="1016000"/>
                </a:lnTo>
              </a:path>
              <a:path w="7405369" h="6350000">
                <a:moveTo>
                  <a:pt x="48214" y="762000"/>
                </a:moveTo>
                <a:lnTo>
                  <a:pt x="53586" y="804606"/>
                </a:lnTo>
                <a:lnTo>
                  <a:pt x="60428" y="855559"/>
                </a:lnTo>
                <a:lnTo>
                  <a:pt x="65194" y="889000"/>
                </a:lnTo>
              </a:path>
              <a:path w="7405369" h="6350000">
                <a:moveTo>
                  <a:pt x="33852" y="635000"/>
                </a:moveTo>
                <a:lnTo>
                  <a:pt x="35477" y="650998"/>
                </a:lnTo>
                <a:lnTo>
                  <a:pt x="41108" y="702324"/>
                </a:lnTo>
                <a:lnTo>
                  <a:pt x="47145" y="753528"/>
                </a:lnTo>
                <a:lnTo>
                  <a:pt x="48214" y="762000"/>
                </a:lnTo>
              </a:path>
              <a:path w="7405369" h="6350000">
                <a:moveTo>
                  <a:pt x="22027" y="508000"/>
                </a:moveTo>
                <a:lnTo>
                  <a:pt x="25436" y="547983"/>
                </a:lnTo>
                <a:lnTo>
                  <a:pt x="30252" y="599550"/>
                </a:lnTo>
                <a:lnTo>
                  <a:pt x="33852" y="635000"/>
                </a:lnTo>
              </a:path>
              <a:path w="7405369" h="6350000">
                <a:moveTo>
                  <a:pt x="12751" y="381000"/>
                </a:moveTo>
                <a:lnTo>
                  <a:pt x="13455" y="392579"/>
                </a:lnTo>
                <a:lnTo>
                  <a:pt x="17036" y="444496"/>
                </a:lnTo>
                <a:lnTo>
                  <a:pt x="21030" y="496298"/>
                </a:lnTo>
                <a:lnTo>
                  <a:pt x="22027" y="508000"/>
                </a:lnTo>
              </a:path>
              <a:path w="7405369" h="6350000">
                <a:moveTo>
                  <a:pt x="6006" y="254000"/>
                </a:moveTo>
                <a:lnTo>
                  <a:pt x="7541" y="288408"/>
                </a:lnTo>
                <a:lnTo>
                  <a:pt x="10289" y="340549"/>
                </a:lnTo>
                <a:lnTo>
                  <a:pt x="12751" y="381000"/>
                </a:lnTo>
              </a:path>
              <a:path w="7405369" h="6350000">
                <a:moveTo>
                  <a:pt x="1723" y="127000"/>
                </a:moveTo>
                <a:lnTo>
                  <a:pt x="1811" y="131331"/>
                </a:lnTo>
                <a:lnTo>
                  <a:pt x="3300" y="183797"/>
                </a:lnTo>
                <a:lnTo>
                  <a:pt x="5210" y="236157"/>
                </a:lnTo>
                <a:lnTo>
                  <a:pt x="6006" y="254000"/>
                </a:lnTo>
              </a:path>
              <a:path w="7405369" h="6350000">
                <a:moveTo>
                  <a:pt x="0" y="0"/>
                </a:moveTo>
                <a:lnTo>
                  <a:pt x="21" y="26086"/>
                </a:lnTo>
                <a:lnTo>
                  <a:pt x="746" y="78760"/>
                </a:lnTo>
                <a:lnTo>
                  <a:pt x="1723" y="127000"/>
                </a:lnTo>
              </a:path>
            </a:pathLst>
          </a:custGeom>
          <a:ln w="7238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66329" y="5354610"/>
            <a:ext cx="556260" cy="4932680"/>
          </a:xfrm>
          <a:custGeom>
            <a:avLst/>
            <a:gdLst/>
            <a:ahLst/>
            <a:cxnLst/>
            <a:rect l="l" t="t" r="r" b="b"/>
            <a:pathLst>
              <a:path w="556260" h="4932680">
                <a:moveTo>
                  <a:pt x="0" y="4932388"/>
                </a:moveTo>
                <a:lnTo>
                  <a:pt x="132" y="4931919"/>
                </a:lnTo>
                <a:lnTo>
                  <a:pt x="12902" y="4885807"/>
                </a:lnTo>
                <a:lnTo>
                  <a:pt x="25552" y="4839211"/>
                </a:lnTo>
                <a:lnTo>
                  <a:pt x="29067" y="4825999"/>
                </a:lnTo>
              </a:path>
              <a:path w="556260" h="4932680">
                <a:moveTo>
                  <a:pt x="29067" y="4825999"/>
                </a:moveTo>
                <a:lnTo>
                  <a:pt x="38079" y="4792135"/>
                </a:lnTo>
                <a:lnTo>
                  <a:pt x="50482" y="4744583"/>
                </a:lnTo>
                <a:lnTo>
                  <a:pt x="62138" y="4698999"/>
                </a:lnTo>
              </a:path>
              <a:path w="556260" h="4932680">
                <a:moveTo>
                  <a:pt x="62138" y="4698999"/>
                </a:moveTo>
                <a:lnTo>
                  <a:pt x="62762" y="4696558"/>
                </a:lnTo>
                <a:lnTo>
                  <a:pt x="74916" y="4648065"/>
                </a:lnTo>
                <a:lnTo>
                  <a:pt x="86944" y="4599108"/>
                </a:lnTo>
                <a:lnTo>
                  <a:pt x="93472" y="4571999"/>
                </a:lnTo>
              </a:path>
              <a:path w="556260" h="4932680">
                <a:moveTo>
                  <a:pt x="93472" y="4571999"/>
                </a:moveTo>
                <a:lnTo>
                  <a:pt x="98845" y="4549689"/>
                </a:lnTo>
                <a:lnTo>
                  <a:pt x="110618" y="4499814"/>
                </a:lnTo>
                <a:lnTo>
                  <a:pt x="122261" y="4449486"/>
                </a:lnTo>
                <a:lnTo>
                  <a:pt x="123278" y="4444999"/>
                </a:lnTo>
              </a:path>
              <a:path w="556260" h="4932680">
                <a:moveTo>
                  <a:pt x="123278" y="4444999"/>
                </a:moveTo>
                <a:lnTo>
                  <a:pt x="133774" y="4398708"/>
                </a:lnTo>
                <a:lnTo>
                  <a:pt x="145156" y="4347485"/>
                </a:lnTo>
                <a:lnTo>
                  <a:pt x="151577" y="4317999"/>
                </a:lnTo>
              </a:path>
              <a:path w="556260" h="4932680">
                <a:moveTo>
                  <a:pt x="151577" y="4317999"/>
                </a:moveTo>
                <a:lnTo>
                  <a:pt x="156406" y="4295821"/>
                </a:lnTo>
                <a:lnTo>
                  <a:pt x="167522" y="4243719"/>
                </a:lnTo>
                <a:lnTo>
                  <a:pt x="178504" y="4191183"/>
                </a:lnTo>
                <a:lnTo>
                  <a:pt x="178542" y="4190999"/>
                </a:lnTo>
              </a:path>
              <a:path w="556260" h="4932680">
                <a:moveTo>
                  <a:pt x="178542" y="4190999"/>
                </a:moveTo>
                <a:lnTo>
                  <a:pt x="189351" y="4138217"/>
                </a:lnTo>
                <a:lnTo>
                  <a:pt x="200062" y="4084825"/>
                </a:lnTo>
                <a:lnTo>
                  <a:pt x="204154" y="4063999"/>
                </a:lnTo>
              </a:path>
              <a:path w="556260" h="4932680">
                <a:moveTo>
                  <a:pt x="204154" y="4063999"/>
                </a:moveTo>
                <a:lnTo>
                  <a:pt x="210635" y="4031010"/>
                </a:lnTo>
                <a:lnTo>
                  <a:pt x="221070" y="3976778"/>
                </a:lnTo>
                <a:lnTo>
                  <a:pt x="228565" y="3936999"/>
                </a:lnTo>
              </a:path>
              <a:path w="556260" h="4932680">
                <a:moveTo>
                  <a:pt x="228565" y="3936999"/>
                </a:moveTo>
                <a:lnTo>
                  <a:pt x="231366" y="3922130"/>
                </a:lnTo>
                <a:lnTo>
                  <a:pt x="241522" y="3867072"/>
                </a:lnTo>
                <a:lnTo>
                  <a:pt x="251536" y="3811607"/>
                </a:lnTo>
                <a:lnTo>
                  <a:pt x="251820" y="3809999"/>
                </a:lnTo>
              </a:path>
              <a:path w="556260" h="4932680">
                <a:moveTo>
                  <a:pt x="251820" y="3809999"/>
                </a:moveTo>
                <a:lnTo>
                  <a:pt x="261408" y="3755740"/>
                </a:lnTo>
                <a:lnTo>
                  <a:pt x="271136" y="3699473"/>
                </a:lnTo>
                <a:lnTo>
                  <a:pt x="273923" y="3682999"/>
                </a:lnTo>
              </a:path>
              <a:path w="556260" h="4932680">
                <a:moveTo>
                  <a:pt x="273923" y="3682999"/>
                </a:moveTo>
                <a:lnTo>
                  <a:pt x="280721" y="3642810"/>
                </a:lnTo>
                <a:lnTo>
                  <a:pt x="290160" y="3585756"/>
                </a:lnTo>
                <a:lnTo>
                  <a:pt x="294974" y="3555999"/>
                </a:lnTo>
              </a:path>
              <a:path w="556260" h="4932680">
                <a:moveTo>
                  <a:pt x="294974" y="3555999"/>
                </a:moveTo>
                <a:lnTo>
                  <a:pt x="299452" y="3528315"/>
                </a:lnTo>
                <a:lnTo>
                  <a:pt x="308598" y="3470490"/>
                </a:lnTo>
                <a:lnTo>
                  <a:pt x="315011" y="3428999"/>
                </a:lnTo>
              </a:path>
              <a:path w="556260" h="4932680">
                <a:moveTo>
                  <a:pt x="315011" y="3428999"/>
                </a:moveTo>
                <a:lnTo>
                  <a:pt x="317595" y="3412285"/>
                </a:lnTo>
                <a:lnTo>
                  <a:pt x="326442" y="3353704"/>
                </a:lnTo>
                <a:lnTo>
                  <a:pt x="334070" y="3301999"/>
                </a:lnTo>
              </a:path>
              <a:path w="556260" h="4932680">
                <a:moveTo>
                  <a:pt x="334070" y="3301999"/>
                </a:moveTo>
                <a:lnTo>
                  <a:pt x="335140" y="3294751"/>
                </a:lnTo>
                <a:lnTo>
                  <a:pt x="343686" y="3235429"/>
                </a:lnTo>
                <a:lnTo>
                  <a:pt x="352079" y="3175743"/>
                </a:lnTo>
                <a:lnTo>
                  <a:pt x="352181" y="3174999"/>
                </a:lnTo>
              </a:path>
              <a:path w="556260" h="4932680">
                <a:moveTo>
                  <a:pt x="352181" y="3174999"/>
                </a:moveTo>
                <a:lnTo>
                  <a:pt x="360320" y="3115696"/>
                </a:lnTo>
                <a:lnTo>
                  <a:pt x="368406" y="3055293"/>
                </a:lnTo>
                <a:lnTo>
                  <a:pt x="369358" y="3047999"/>
                </a:lnTo>
              </a:path>
              <a:path w="556260" h="4932680">
                <a:moveTo>
                  <a:pt x="369358" y="3047999"/>
                </a:moveTo>
                <a:lnTo>
                  <a:pt x="376336" y="2994537"/>
                </a:lnTo>
                <a:lnTo>
                  <a:pt x="384110" y="2933431"/>
                </a:lnTo>
                <a:lnTo>
                  <a:pt x="385651" y="2920999"/>
                </a:lnTo>
              </a:path>
              <a:path w="556260" h="4932680">
                <a:moveTo>
                  <a:pt x="385651" y="2920999"/>
                </a:moveTo>
                <a:lnTo>
                  <a:pt x="391727" y="2871980"/>
                </a:lnTo>
                <a:lnTo>
                  <a:pt x="399186" y="2810188"/>
                </a:lnTo>
                <a:lnTo>
                  <a:pt x="401088" y="2793999"/>
                </a:lnTo>
              </a:path>
              <a:path w="556260" h="4932680">
                <a:moveTo>
                  <a:pt x="401088" y="2793999"/>
                </a:moveTo>
                <a:lnTo>
                  <a:pt x="406485" y="2748059"/>
                </a:lnTo>
                <a:lnTo>
                  <a:pt x="413624" y="2685596"/>
                </a:lnTo>
                <a:lnTo>
                  <a:pt x="415690" y="2666999"/>
                </a:lnTo>
              </a:path>
              <a:path w="556260" h="4932680">
                <a:moveTo>
                  <a:pt x="415690" y="2666999"/>
                </a:moveTo>
                <a:lnTo>
                  <a:pt x="420601" y="2622802"/>
                </a:lnTo>
                <a:lnTo>
                  <a:pt x="427416" y="2559683"/>
                </a:lnTo>
                <a:lnTo>
                  <a:pt x="429480" y="2539999"/>
                </a:lnTo>
              </a:path>
              <a:path w="556260" h="4932680">
                <a:moveTo>
                  <a:pt x="429480" y="2539999"/>
                </a:moveTo>
                <a:lnTo>
                  <a:pt x="434068" y="2496242"/>
                </a:lnTo>
                <a:lnTo>
                  <a:pt x="440555" y="2432483"/>
                </a:lnTo>
                <a:lnTo>
                  <a:pt x="442477" y="2412999"/>
                </a:lnTo>
              </a:path>
              <a:path w="556260" h="4932680">
                <a:moveTo>
                  <a:pt x="442477" y="2412999"/>
                </a:moveTo>
                <a:lnTo>
                  <a:pt x="446876" y="2368409"/>
                </a:lnTo>
                <a:lnTo>
                  <a:pt x="453032" y="2304025"/>
                </a:lnTo>
                <a:lnTo>
                  <a:pt x="454700" y="2285999"/>
                </a:lnTo>
              </a:path>
              <a:path w="556260" h="4932680">
                <a:moveTo>
                  <a:pt x="454700" y="2285999"/>
                </a:moveTo>
                <a:lnTo>
                  <a:pt x="459020" y="2239334"/>
                </a:lnTo>
                <a:lnTo>
                  <a:pt x="464839" y="2174340"/>
                </a:lnTo>
                <a:lnTo>
                  <a:pt x="466167" y="2158999"/>
                </a:lnTo>
              </a:path>
              <a:path w="556260" h="4932680">
                <a:moveTo>
                  <a:pt x="466167" y="2158999"/>
                </a:moveTo>
                <a:lnTo>
                  <a:pt x="470489" y="2109047"/>
                </a:lnTo>
                <a:lnTo>
                  <a:pt x="475969" y="2043459"/>
                </a:lnTo>
                <a:lnTo>
                  <a:pt x="476892" y="2031999"/>
                </a:lnTo>
              </a:path>
              <a:path w="556260" h="4932680">
                <a:moveTo>
                  <a:pt x="476892" y="2031999"/>
                </a:moveTo>
                <a:lnTo>
                  <a:pt x="481277" y="1977579"/>
                </a:lnTo>
                <a:lnTo>
                  <a:pt x="486413" y="1911412"/>
                </a:lnTo>
                <a:lnTo>
                  <a:pt x="486892" y="1904999"/>
                </a:lnTo>
              </a:path>
              <a:path w="556260" h="4932680">
                <a:moveTo>
                  <a:pt x="486892" y="1904999"/>
                </a:moveTo>
                <a:lnTo>
                  <a:pt x="491375" y="1844962"/>
                </a:lnTo>
                <a:lnTo>
                  <a:pt x="496163" y="1778232"/>
                </a:lnTo>
                <a:lnTo>
                  <a:pt x="500776" y="1711226"/>
                </a:lnTo>
                <a:lnTo>
                  <a:pt x="504747" y="1650999"/>
                </a:lnTo>
              </a:path>
              <a:path w="556260" h="4932680">
                <a:moveTo>
                  <a:pt x="504747" y="1650999"/>
                </a:moveTo>
                <a:lnTo>
                  <a:pt x="505212" y="1643948"/>
                </a:lnTo>
                <a:lnTo>
                  <a:pt x="509470" y="1576401"/>
                </a:lnTo>
                <a:lnTo>
                  <a:pt x="512623" y="1523999"/>
                </a:lnTo>
              </a:path>
              <a:path w="556260" h="4932680">
                <a:moveTo>
                  <a:pt x="512623" y="1523999"/>
                </a:moveTo>
                <a:lnTo>
                  <a:pt x="513550" y="1508591"/>
                </a:lnTo>
                <a:lnTo>
                  <a:pt x="517451" y="1440519"/>
                </a:lnTo>
                <a:lnTo>
                  <a:pt x="519820" y="1396999"/>
                </a:lnTo>
              </a:path>
              <a:path w="556260" h="4932680">
                <a:moveTo>
                  <a:pt x="519820" y="1396999"/>
                </a:moveTo>
                <a:lnTo>
                  <a:pt x="521171" y="1372192"/>
                </a:lnTo>
                <a:lnTo>
                  <a:pt x="524709" y="1303611"/>
                </a:lnTo>
                <a:lnTo>
                  <a:pt x="526348" y="1269999"/>
                </a:lnTo>
              </a:path>
              <a:path w="556260" h="4932680">
                <a:moveTo>
                  <a:pt x="526348" y="1269999"/>
                </a:moveTo>
                <a:lnTo>
                  <a:pt x="528066" y="1234782"/>
                </a:lnTo>
                <a:lnTo>
                  <a:pt x="531238" y="1165707"/>
                </a:lnTo>
                <a:lnTo>
                  <a:pt x="532217" y="1142999"/>
                </a:lnTo>
              </a:path>
              <a:path w="556260" h="4932680">
                <a:moveTo>
                  <a:pt x="532217" y="1142999"/>
                </a:moveTo>
                <a:lnTo>
                  <a:pt x="534226" y="1096391"/>
                </a:lnTo>
                <a:lnTo>
                  <a:pt x="537029" y="1026838"/>
                </a:lnTo>
                <a:lnTo>
                  <a:pt x="539645" y="957052"/>
                </a:lnTo>
                <a:lnTo>
                  <a:pt x="542006" y="888997"/>
                </a:lnTo>
              </a:path>
              <a:path w="556260" h="4932680">
                <a:moveTo>
                  <a:pt x="542006" y="888999"/>
                </a:moveTo>
                <a:lnTo>
                  <a:pt x="542074" y="887035"/>
                </a:lnTo>
                <a:lnTo>
                  <a:pt x="544314" y="816793"/>
                </a:lnTo>
                <a:lnTo>
                  <a:pt x="545908" y="761999"/>
                </a:lnTo>
              </a:path>
              <a:path w="556260" h="4932680">
                <a:moveTo>
                  <a:pt x="545908" y="761999"/>
                </a:moveTo>
                <a:lnTo>
                  <a:pt x="546364" y="746329"/>
                </a:lnTo>
                <a:lnTo>
                  <a:pt x="548224" y="675647"/>
                </a:lnTo>
                <a:lnTo>
                  <a:pt x="549181" y="634999"/>
                </a:lnTo>
              </a:path>
              <a:path w="556260" h="4932680">
                <a:moveTo>
                  <a:pt x="549181" y="634999"/>
                </a:moveTo>
                <a:lnTo>
                  <a:pt x="549893" y="604750"/>
                </a:lnTo>
                <a:lnTo>
                  <a:pt x="551369" y="533644"/>
                </a:lnTo>
                <a:lnTo>
                  <a:pt x="551830" y="507999"/>
                </a:lnTo>
              </a:path>
              <a:path w="556260" h="4932680">
                <a:moveTo>
                  <a:pt x="551830" y="507999"/>
                </a:moveTo>
                <a:lnTo>
                  <a:pt x="552651" y="462330"/>
                </a:lnTo>
                <a:lnTo>
                  <a:pt x="553739" y="390814"/>
                </a:lnTo>
                <a:lnTo>
                  <a:pt x="554632" y="319099"/>
                </a:lnTo>
                <a:lnTo>
                  <a:pt x="555262" y="253999"/>
                </a:lnTo>
              </a:path>
              <a:path w="556260" h="4932680">
                <a:moveTo>
                  <a:pt x="555262" y="253999"/>
                </a:moveTo>
                <a:lnTo>
                  <a:pt x="555328" y="247189"/>
                </a:lnTo>
                <a:lnTo>
                  <a:pt x="555826" y="175088"/>
                </a:lnTo>
                <a:lnTo>
                  <a:pt x="556225" y="102799"/>
                </a:lnTo>
                <a:lnTo>
                  <a:pt x="556225" y="30327"/>
                </a:lnTo>
                <a:lnTo>
                  <a:pt x="556184" y="0"/>
                </a:lnTo>
              </a:path>
            </a:pathLst>
          </a:custGeom>
          <a:ln w="38073">
            <a:solidFill>
              <a:srgbClr val="F923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313641" y="910464"/>
            <a:ext cx="942975" cy="236220"/>
          </a:xfrm>
          <a:custGeom>
            <a:avLst/>
            <a:gdLst/>
            <a:ahLst/>
            <a:cxnLst/>
            <a:rect l="l" t="t" r="r" b="b"/>
            <a:pathLst>
              <a:path w="942975" h="236219">
                <a:moveTo>
                  <a:pt x="117816" y="235632"/>
                </a:moveTo>
                <a:lnTo>
                  <a:pt x="71946" y="226377"/>
                </a:lnTo>
                <a:lnTo>
                  <a:pt x="34498" y="201134"/>
                </a:lnTo>
                <a:lnTo>
                  <a:pt x="9255" y="163686"/>
                </a:lnTo>
                <a:lnTo>
                  <a:pt x="0" y="117816"/>
                </a:lnTo>
                <a:lnTo>
                  <a:pt x="9255" y="71946"/>
                </a:lnTo>
                <a:lnTo>
                  <a:pt x="34498" y="34498"/>
                </a:lnTo>
                <a:lnTo>
                  <a:pt x="71946" y="9255"/>
                </a:lnTo>
                <a:lnTo>
                  <a:pt x="117816" y="0"/>
                </a:lnTo>
                <a:lnTo>
                  <a:pt x="163686" y="9255"/>
                </a:lnTo>
                <a:lnTo>
                  <a:pt x="201134" y="34498"/>
                </a:lnTo>
                <a:lnTo>
                  <a:pt x="226377" y="71946"/>
                </a:lnTo>
                <a:lnTo>
                  <a:pt x="235632" y="117816"/>
                </a:lnTo>
                <a:lnTo>
                  <a:pt x="226377" y="163686"/>
                </a:lnTo>
                <a:lnTo>
                  <a:pt x="201134" y="201134"/>
                </a:lnTo>
                <a:lnTo>
                  <a:pt x="163686" y="226377"/>
                </a:lnTo>
                <a:lnTo>
                  <a:pt x="117816" y="235632"/>
                </a:lnTo>
                <a:close/>
              </a:path>
              <a:path w="942975" h="236219">
                <a:moveTo>
                  <a:pt x="824713" y="235632"/>
                </a:moveTo>
                <a:lnTo>
                  <a:pt x="778843" y="226377"/>
                </a:lnTo>
                <a:lnTo>
                  <a:pt x="741395" y="201134"/>
                </a:lnTo>
                <a:lnTo>
                  <a:pt x="716152" y="163686"/>
                </a:lnTo>
                <a:lnTo>
                  <a:pt x="706897" y="117816"/>
                </a:lnTo>
                <a:lnTo>
                  <a:pt x="716152" y="71946"/>
                </a:lnTo>
                <a:lnTo>
                  <a:pt x="741395" y="34498"/>
                </a:lnTo>
                <a:lnTo>
                  <a:pt x="778843" y="9255"/>
                </a:lnTo>
                <a:lnTo>
                  <a:pt x="824713" y="0"/>
                </a:lnTo>
                <a:lnTo>
                  <a:pt x="870583" y="9255"/>
                </a:lnTo>
                <a:lnTo>
                  <a:pt x="908031" y="34498"/>
                </a:lnTo>
                <a:lnTo>
                  <a:pt x="933274" y="71946"/>
                </a:lnTo>
                <a:lnTo>
                  <a:pt x="942529" y="117816"/>
                </a:lnTo>
                <a:lnTo>
                  <a:pt x="933274" y="163686"/>
                </a:lnTo>
                <a:lnTo>
                  <a:pt x="908031" y="201134"/>
                </a:lnTo>
                <a:lnTo>
                  <a:pt x="870583" y="226377"/>
                </a:lnTo>
                <a:lnTo>
                  <a:pt x="824713" y="235632"/>
                </a:lnTo>
                <a:close/>
              </a:path>
              <a:path w="942975" h="236219">
                <a:moveTo>
                  <a:pt x="471264" y="235632"/>
                </a:moveTo>
                <a:lnTo>
                  <a:pt x="425394" y="226377"/>
                </a:lnTo>
                <a:lnTo>
                  <a:pt x="387946" y="201134"/>
                </a:lnTo>
                <a:lnTo>
                  <a:pt x="362703" y="163686"/>
                </a:lnTo>
                <a:lnTo>
                  <a:pt x="353448" y="117816"/>
                </a:lnTo>
                <a:lnTo>
                  <a:pt x="362703" y="71946"/>
                </a:lnTo>
                <a:lnTo>
                  <a:pt x="387946" y="34498"/>
                </a:lnTo>
                <a:lnTo>
                  <a:pt x="425394" y="9255"/>
                </a:lnTo>
                <a:lnTo>
                  <a:pt x="471264" y="0"/>
                </a:lnTo>
                <a:lnTo>
                  <a:pt x="517134" y="9255"/>
                </a:lnTo>
                <a:lnTo>
                  <a:pt x="554583" y="34498"/>
                </a:lnTo>
                <a:lnTo>
                  <a:pt x="579826" y="71946"/>
                </a:lnTo>
                <a:lnTo>
                  <a:pt x="589081" y="117816"/>
                </a:lnTo>
                <a:lnTo>
                  <a:pt x="579826" y="163686"/>
                </a:lnTo>
                <a:lnTo>
                  <a:pt x="554583" y="201134"/>
                </a:lnTo>
                <a:lnTo>
                  <a:pt x="517134" y="226377"/>
                </a:lnTo>
                <a:lnTo>
                  <a:pt x="471264" y="23563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21283" y="156349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5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5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02084" y="1827119"/>
            <a:ext cx="2311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80">
                <a:solidFill>
                  <a:srgbClr val="FFFEFE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51543" y="329026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20379" y="3404631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51543" y="92444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54163" y="103880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51543" y="3929323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26779" y="4043687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63469" y="2651212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38556" y="2765576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51543" y="520743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28416" y="5321797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51543" y="4568378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22909" y="4682742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63469" y="584649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36770" y="5960853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951543" y="648554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122909" y="6599908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675200" y="2261206"/>
            <a:ext cx="3917315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95"/>
              <a:t>Abstract</a:t>
            </a:r>
            <a:endParaRPr sz="7000"/>
          </a:p>
        </p:txBody>
      </p:sp>
      <p:sp>
        <p:nvSpPr>
          <p:cNvPr id="24" name="object 24" descr=""/>
          <p:cNvSpPr txBox="1"/>
          <p:nvPr/>
        </p:nvSpPr>
        <p:spPr>
          <a:xfrm>
            <a:off x="2675200" y="3773729"/>
            <a:ext cx="7765415" cy="84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This</a:t>
            </a:r>
            <a:r>
              <a:rPr dirty="0" sz="2400" spc="1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5" b="1">
                <a:solidFill>
                  <a:srgbClr val="181818"/>
                </a:solidFill>
                <a:latin typeface="Tahoma"/>
                <a:cs typeface="Tahoma"/>
              </a:rPr>
              <a:t>project</a:t>
            </a:r>
            <a:r>
              <a:rPr dirty="0" sz="2400" spc="1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aims</a:t>
            </a:r>
            <a:r>
              <a:rPr dirty="0" sz="2400" spc="1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70" b="1">
                <a:solidFill>
                  <a:srgbClr val="181818"/>
                </a:solidFill>
                <a:latin typeface="Tahoma"/>
                <a:cs typeface="Tahoma"/>
              </a:rPr>
              <a:t>to</a:t>
            </a:r>
            <a:r>
              <a:rPr dirty="0" sz="2400" spc="1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automate</a:t>
            </a:r>
            <a:r>
              <a:rPr dirty="0" sz="2400" spc="1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attendance</a:t>
            </a:r>
            <a:r>
              <a:rPr dirty="0" sz="2400" spc="1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using </a:t>
            </a:r>
            <a:r>
              <a:rPr dirty="0" sz="2400" spc="70" b="1">
                <a:solidFill>
                  <a:srgbClr val="181818"/>
                </a:solidFill>
                <a:latin typeface="Tahoma"/>
                <a:cs typeface="Tahoma"/>
              </a:rPr>
              <a:t>face</a:t>
            </a:r>
            <a:r>
              <a:rPr dirty="0" sz="2400" spc="1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80" b="1">
                <a:solidFill>
                  <a:srgbClr val="181818"/>
                </a:solidFill>
                <a:latin typeface="Tahoma"/>
                <a:cs typeface="Tahoma"/>
              </a:rPr>
              <a:t>detection</a:t>
            </a:r>
            <a:r>
              <a:rPr dirty="0" sz="2400" spc="1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5" b="1">
                <a:solidFill>
                  <a:srgbClr val="181818"/>
                </a:solidFill>
                <a:latin typeface="Tahoma"/>
                <a:cs typeface="Tahoma"/>
              </a:rPr>
              <a:t>technology.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675200" y="5002454"/>
            <a:ext cx="7651115" cy="125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It</a:t>
            </a:r>
            <a:r>
              <a:rPr dirty="0" sz="2400" spc="16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captures</a:t>
            </a:r>
            <a:r>
              <a:rPr dirty="0" sz="2400" spc="16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facial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data</a:t>
            </a:r>
            <a:r>
              <a:rPr dirty="0" sz="2400" spc="16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in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real-time</a:t>
            </a:r>
            <a:r>
              <a:rPr dirty="0" sz="2400" spc="16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via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webcam, </a:t>
            </a:r>
            <a:r>
              <a:rPr dirty="0" sz="2400" spc="75" b="1">
                <a:solidFill>
                  <a:srgbClr val="181818"/>
                </a:solidFill>
                <a:latin typeface="Tahoma"/>
                <a:cs typeface="Tahoma"/>
              </a:rPr>
              <a:t>compares</a:t>
            </a:r>
            <a:r>
              <a:rPr dirty="0" sz="2400" spc="2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it</a:t>
            </a:r>
            <a:r>
              <a:rPr dirty="0" sz="2400" spc="20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with</a:t>
            </a:r>
            <a:r>
              <a:rPr dirty="0" sz="2400" spc="20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5" b="1">
                <a:solidFill>
                  <a:srgbClr val="181818"/>
                </a:solidFill>
                <a:latin typeface="Tahoma"/>
                <a:cs typeface="Tahoma"/>
              </a:rPr>
              <a:t>pre-</a:t>
            </a:r>
            <a:r>
              <a:rPr dirty="0" sz="2400" spc="70" b="1">
                <a:solidFill>
                  <a:srgbClr val="181818"/>
                </a:solidFill>
                <a:latin typeface="Tahoma"/>
                <a:cs typeface="Tahoma"/>
              </a:rPr>
              <a:t>stored</a:t>
            </a:r>
            <a:r>
              <a:rPr dirty="0" sz="2400" spc="20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data,</a:t>
            </a:r>
            <a:r>
              <a:rPr dirty="0" sz="2400" spc="20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20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marks 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attendance</a:t>
            </a:r>
            <a:r>
              <a:rPr dirty="0" sz="2400" spc="1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automatically.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675200" y="6640754"/>
            <a:ext cx="7561580" cy="84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This</a:t>
            </a:r>
            <a:r>
              <a:rPr dirty="0" sz="2400" spc="2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system</a:t>
            </a:r>
            <a:r>
              <a:rPr dirty="0" sz="2400" spc="2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70" b="1">
                <a:solidFill>
                  <a:srgbClr val="181818"/>
                </a:solidFill>
                <a:latin typeface="Tahoma"/>
                <a:cs typeface="Tahoma"/>
              </a:rPr>
              <a:t>improves</a:t>
            </a:r>
            <a:r>
              <a:rPr dirty="0" sz="2400" spc="2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accuracy,</a:t>
            </a:r>
            <a:r>
              <a:rPr dirty="0" sz="2400" spc="2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70" b="1">
                <a:solidFill>
                  <a:srgbClr val="181818"/>
                </a:solidFill>
                <a:latin typeface="Tahoma"/>
                <a:cs typeface="Tahoma"/>
              </a:rPr>
              <a:t>reduces</a:t>
            </a:r>
            <a:r>
              <a:rPr dirty="0" sz="2400" spc="2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proxy 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attendance,</a:t>
            </a:r>
            <a:r>
              <a:rPr dirty="0" sz="2400" spc="2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2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saves</a:t>
            </a:r>
            <a:r>
              <a:rPr dirty="0" sz="2400" spc="2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manual</a:t>
            </a:r>
            <a:r>
              <a:rPr dirty="0" sz="2400" spc="2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effort.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951543" y="71246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077070" y="7238963"/>
            <a:ext cx="2571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963469" y="776365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951543" y="840271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089572" y="7878019"/>
            <a:ext cx="232410" cy="92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8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963469" y="90417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9356" y="220255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9"/>
                </a:lnTo>
                <a:lnTo>
                  <a:pt x="232927" y="916924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2"/>
                </a:lnTo>
                <a:lnTo>
                  <a:pt x="101119" y="796495"/>
                </a:lnTo>
                <a:lnTo>
                  <a:pt x="75539" y="759536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6"/>
                </a:lnTo>
                <a:lnTo>
                  <a:pt x="891344" y="796495"/>
                </a:lnTo>
                <a:lnTo>
                  <a:pt x="862607" y="830922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4"/>
                </a:lnTo>
                <a:lnTo>
                  <a:pt x="720251" y="939139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87777" y="2466174"/>
            <a:ext cx="2355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25">
                <a:solidFill>
                  <a:srgbClr val="FFFEFE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1543" y="71246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51543" y="90417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51543" y="776365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51543" y="15635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28118" y="167786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51543" y="520743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28416" y="5321797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51543" y="4568378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22909" y="4682742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8147" rIns="0" bIns="0" rtlCol="0" vert="horz">
            <a:spAutoFit/>
          </a:bodyPr>
          <a:lstStyle/>
          <a:p>
            <a:pPr marL="1264285">
              <a:lnSpc>
                <a:spcPct val="100000"/>
              </a:lnSpc>
              <a:spcBef>
                <a:spcPts val="100"/>
              </a:spcBef>
            </a:pPr>
            <a:r>
              <a:rPr dirty="0" sz="7400" spc="-25"/>
              <a:t>Introduction</a:t>
            </a:r>
            <a:endParaRPr sz="7400"/>
          </a:p>
        </p:txBody>
      </p:sp>
      <p:sp>
        <p:nvSpPr>
          <p:cNvPr id="14" name="object 14" descr=""/>
          <p:cNvSpPr txBox="1"/>
          <p:nvPr/>
        </p:nvSpPr>
        <p:spPr>
          <a:xfrm>
            <a:off x="3364920" y="3567077"/>
            <a:ext cx="957262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Manual</a:t>
            </a: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attendance</a:t>
            </a: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systems</a:t>
            </a: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are</a:t>
            </a: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time-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consuming</a:t>
            </a: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prone</a:t>
            </a: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181818"/>
                </a:solidFill>
                <a:latin typeface="Tahoma"/>
                <a:cs typeface="Tahoma"/>
              </a:rPr>
              <a:t>to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errors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or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manipulation.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364920" y="4824378"/>
            <a:ext cx="957516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The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use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of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computer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vision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AI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enables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contactless,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quick,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9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reliable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attendance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marking.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364920" y="6081677"/>
            <a:ext cx="877506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This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project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uses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Python,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75" b="1">
                <a:solidFill>
                  <a:srgbClr val="181818"/>
                </a:solidFill>
                <a:latin typeface="Tahoma"/>
                <a:cs typeface="Tahoma"/>
              </a:rPr>
              <a:t>OpenCV,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face_recognition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libraries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for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implementation</a:t>
            </a:r>
            <a:r>
              <a:rPr dirty="0" sz="2400" spc="-10">
                <a:solidFill>
                  <a:srgbClr val="181818"/>
                </a:solidFill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51543" y="584649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24844" y="5960853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51543" y="648554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22909" y="6599908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1625689" y="10057451"/>
            <a:ext cx="5080" cy="229870"/>
          </a:xfrm>
          <a:custGeom>
            <a:avLst/>
            <a:gdLst/>
            <a:ahLst/>
            <a:cxnLst/>
            <a:rect l="l" t="t" r="r" b="b"/>
            <a:pathLst>
              <a:path w="5079" h="229870">
                <a:moveTo>
                  <a:pt x="1723" y="127000"/>
                </a:moveTo>
                <a:lnTo>
                  <a:pt x="1811" y="131332"/>
                </a:lnTo>
                <a:lnTo>
                  <a:pt x="3300" y="183798"/>
                </a:lnTo>
                <a:lnTo>
                  <a:pt x="4969" y="229547"/>
                </a:lnTo>
              </a:path>
              <a:path w="5079" h="229870">
                <a:moveTo>
                  <a:pt x="0" y="0"/>
                </a:moveTo>
                <a:lnTo>
                  <a:pt x="21" y="26086"/>
                </a:lnTo>
                <a:lnTo>
                  <a:pt x="746" y="78761"/>
                </a:lnTo>
                <a:lnTo>
                  <a:pt x="1723" y="127000"/>
                </a:lnTo>
              </a:path>
            </a:pathLst>
          </a:custGeom>
          <a:ln w="7238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6313641" y="910464"/>
            <a:ext cx="942975" cy="236220"/>
          </a:xfrm>
          <a:custGeom>
            <a:avLst/>
            <a:gdLst/>
            <a:ahLst/>
            <a:cxnLst/>
            <a:rect l="l" t="t" r="r" b="b"/>
            <a:pathLst>
              <a:path w="942975" h="236219">
                <a:moveTo>
                  <a:pt x="117816" y="235632"/>
                </a:moveTo>
                <a:lnTo>
                  <a:pt x="71946" y="226377"/>
                </a:lnTo>
                <a:lnTo>
                  <a:pt x="34498" y="201134"/>
                </a:lnTo>
                <a:lnTo>
                  <a:pt x="9255" y="163686"/>
                </a:lnTo>
                <a:lnTo>
                  <a:pt x="0" y="117816"/>
                </a:lnTo>
                <a:lnTo>
                  <a:pt x="9255" y="71946"/>
                </a:lnTo>
                <a:lnTo>
                  <a:pt x="34498" y="34498"/>
                </a:lnTo>
                <a:lnTo>
                  <a:pt x="71946" y="9255"/>
                </a:lnTo>
                <a:lnTo>
                  <a:pt x="117816" y="0"/>
                </a:lnTo>
                <a:lnTo>
                  <a:pt x="163686" y="9255"/>
                </a:lnTo>
                <a:lnTo>
                  <a:pt x="201134" y="34498"/>
                </a:lnTo>
                <a:lnTo>
                  <a:pt x="226377" y="71946"/>
                </a:lnTo>
                <a:lnTo>
                  <a:pt x="235632" y="117816"/>
                </a:lnTo>
                <a:lnTo>
                  <a:pt x="226377" y="163686"/>
                </a:lnTo>
                <a:lnTo>
                  <a:pt x="201134" y="201134"/>
                </a:lnTo>
                <a:lnTo>
                  <a:pt x="163686" y="226377"/>
                </a:lnTo>
                <a:lnTo>
                  <a:pt x="117816" y="235632"/>
                </a:lnTo>
                <a:close/>
              </a:path>
              <a:path w="942975" h="236219">
                <a:moveTo>
                  <a:pt x="824713" y="235632"/>
                </a:moveTo>
                <a:lnTo>
                  <a:pt x="778843" y="226377"/>
                </a:lnTo>
                <a:lnTo>
                  <a:pt x="741395" y="201134"/>
                </a:lnTo>
                <a:lnTo>
                  <a:pt x="716152" y="163686"/>
                </a:lnTo>
                <a:lnTo>
                  <a:pt x="706897" y="117816"/>
                </a:lnTo>
                <a:lnTo>
                  <a:pt x="716152" y="71946"/>
                </a:lnTo>
                <a:lnTo>
                  <a:pt x="741395" y="34498"/>
                </a:lnTo>
                <a:lnTo>
                  <a:pt x="778843" y="9255"/>
                </a:lnTo>
                <a:lnTo>
                  <a:pt x="824713" y="0"/>
                </a:lnTo>
                <a:lnTo>
                  <a:pt x="870583" y="9255"/>
                </a:lnTo>
                <a:lnTo>
                  <a:pt x="908031" y="34498"/>
                </a:lnTo>
                <a:lnTo>
                  <a:pt x="933274" y="71946"/>
                </a:lnTo>
                <a:lnTo>
                  <a:pt x="942529" y="117816"/>
                </a:lnTo>
                <a:lnTo>
                  <a:pt x="933274" y="163686"/>
                </a:lnTo>
                <a:lnTo>
                  <a:pt x="908031" y="201134"/>
                </a:lnTo>
                <a:lnTo>
                  <a:pt x="870583" y="226377"/>
                </a:lnTo>
                <a:lnTo>
                  <a:pt x="824713" y="235632"/>
                </a:lnTo>
                <a:close/>
              </a:path>
              <a:path w="942975" h="236219">
                <a:moveTo>
                  <a:pt x="471264" y="235632"/>
                </a:moveTo>
                <a:lnTo>
                  <a:pt x="425394" y="226377"/>
                </a:lnTo>
                <a:lnTo>
                  <a:pt x="387946" y="201134"/>
                </a:lnTo>
                <a:lnTo>
                  <a:pt x="362703" y="163686"/>
                </a:lnTo>
                <a:lnTo>
                  <a:pt x="353448" y="117816"/>
                </a:lnTo>
                <a:lnTo>
                  <a:pt x="362703" y="71946"/>
                </a:lnTo>
                <a:lnTo>
                  <a:pt x="387946" y="34498"/>
                </a:lnTo>
                <a:lnTo>
                  <a:pt x="425394" y="9255"/>
                </a:lnTo>
                <a:lnTo>
                  <a:pt x="471264" y="0"/>
                </a:lnTo>
                <a:lnTo>
                  <a:pt x="517134" y="9255"/>
                </a:lnTo>
                <a:lnTo>
                  <a:pt x="554583" y="34498"/>
                </a:lnTo>
                <a:lnTo>
                  <a:pt x="579826" y="71946"/>
                </a:lnTo>
                <a:lnTo>
                  <a:pt x="589081" y="117816"/>
                </a:lnTo>
                <a:lnTo>
                  <a:pt x="579826" y="163686"/>
                </a:lnTo>
                <a:lnTo>
                  <a:pt x="554583" y="201134"/>
                </a:lnTo>
                <a:lnTo>
                  <a:pt x="517134" y="226377"/>
                </a:lnTo>
                <a:lnTo>
                  <a:pt x="471264" y="23563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51543" y="92444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154163" y="103880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951543" y="329026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120379" y="3404631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951543" y="3929323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126779" y="4043687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951543" y="840271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077070" y="7238963"/>
            <a:ext cx="257175" cy="156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dirty="0" sz="1700" spc="-3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1419" y="977898"/>
            <a:ext cx="7734300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/>
              <a:t>Existing</a:t>
            </a:r>
            <a:r>
              <a:rPr dirty="0" sz="7500" spc="305"/>
              <a:t> </a:t>
            </a:r>
            <a:r>
              <a:rPr dirty="0" sz="7500" spc="-10"/>
              <a:t>System</a:t>
            </a:r>
            <a:endParaRPr sz="7500"/>
          </a:p>
        </p:txBody>
      </p:sp>
      <p:sp>
        <p:nvSpPr>
          <p:cNvPr id="3" name="object 3" descr=""/>
          <p:cNvSpPr txBox="1"/>
          <p:nvPr/>
        </p:nvSpPr>
        <p:spPr>
          <a:xfrm>
            <a:off x="3440495" y="2492499"/>
            <a:ext cx="3248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Traditional</a:t>
            </a:r>
            <a:r>
              <a:rPr dirty="0" u="heavy" sz="2400" spc="1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 spc="-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methods: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0369" y="3505323"/>
            <a:ext cx="95250" cy="9524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58565" y="3330699"/>
            <a:ext cx="814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35">
                <a:latin typeface="Tahoma"/>
                <a:cs typeface="Tahoma"/>
              </a:rPr>
              <a:t>Manual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165">
                <a:latin typeface="Tahoma"/>
                <a:cs typeface="Tahoma"/>
              </a:rPr>
              <a:t>attendance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135">
                <a:latin typeface="Tahoma"/>
                <a:cs typeface="Tahoma"/>
              </a:rPr>
              <a:t>via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140">
                <a:latin typeface="Tahoma"/>
                <a:cs typeface="Tahoma"/>
              </a:rPr>
              <a:t>register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175">
                <a:latin typeface="Tahoma"/>
                <a:cs typeface="Tahoma"/>
              </a:rPr>
              <a:t>or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140">
                <a:latin typeface="Tahoma"/>
                <a:cs typeface="Tahoma"/>
              </a:rPr>
              <a:t>fingerprint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scanner.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40495" y="4168898"/>
            <a:ext cx="2588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Digital</a:t>
            </a:r>
            <a:r>
              <a:rPr dirty="0" u="heavy" sz="2400" spc="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 spc="-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methods: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0369" y="5181723"/>
            <a:ext cx="95250" cy="9524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958565" y="5007098"/>
            <a:ext cx="54660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04">
                <a:latin typeface="Tahoma"/>
                <a:cs typeface="Tahoma"/>
              </a:rPr>
              <a:t>Barcode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175">
                <a:latin typeface="Tahoma"/>
                <a:cs typeface="Tahoma"/>
              </a:rPr>
              <a:t>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135">
                <a:latin typeface="Tahoma"/>
                <a:cs typeface="Tahoma"/>
              </a:rPr>
              <a:t>RFID-</a:t>
            </a:r>
            <a:r>
              <a:rPr dirty="0" sz="2400" spc="185">
                <a:latin typeface="Tahoma"/>
                <a:cs typeface="Tahoma"/>
              </a:rPr>
              <a:t>based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125">
                <a:latin typeface="Tahoma"/>
                <a:cs typeface="Tahoma"/>
              </a:rPr>
              <a:t>attendance.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40495" y="5845298"/>
            <a:ext cx="1849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spc="-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Limitations: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0369" y="6858123"/>
            <a:ext cx="95250" cy="952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958565" y="6683499"/>
            <a:ext cx="2626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40">
                <a:latin typeface="Tahoma"/>
                <a:cs typeface="Tahoma"/>
              </a:rPr>
              <a:t>Time-</a:t>
            </a:r>
            <a:r>
              <a:rPr dirty="0" sz="2400" spc="135">
                <a:latin typeface="Tahoma"/>
                <a:cs typeface="Tahoma"/>
              </a:rPr>
              <a:t>consuming.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0369" y="7696323"/>
            <a:ext cx="95250" cy="9524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958565" y="7521699"/>
            <a:ext cx="4803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55">
                <a:latin typeface="Tahoma"/>
                <a:cs typeface="Tahoma"/>
              </a:rPr>
              <a:t>Possibility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18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200">
                <a:latin typeface="Tahoma"/>
                <a:cs typeface="Tahoma"/>
              </a:rPr>
              <a:t>proxy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125">
                <a:latin typeface="Tahoma"/>
                <a:cs typeface="Tahoma"/>
              </a:rPr>
              <a:t>attendance.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0369" y="8534523"/>
            <a:ext cx="95250" cy="9524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958565" y="8359899"/>
            <a:ext cx="444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00">
                <a:latin typeface="Tahoma"/>
                <a:cs typeface="Tahoma"/>
              </a:rPr>
              <a:t>Lack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18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real-</a:t>
            </a:r>
            <a:r>
              <a:rPr dirty="0" sz="2400" spc="160">
                <a:latin typeface="Tahoma"/>
                <a:cs typeface="Tahoma"/>
              </a:rPr>
              <a:t>time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verification.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66329" y="5354610"/>
            <a:ext cx="556260" cy="4932680"/>
          </a:xfrm>
          <a:custGeom>
            <a:avLst/>
            <a:gdLst/>
            <a:ahLst/>
            <a:cxnLst/>
            <a:rect l="l" t="t" r="r" b="b"/>
            <a:pathLst>
              <a:path w="556260" h="4932680">
                <a:moveTo>
                  <a:pt x="0" y="4932388"/>
                </a:moveTo>
                <a:lnTo>
                  <a:pt x="132" y="4931919"/>
                </a:lnTo>
                <a:lnTo>
                  <a:pt x="12902" y="4885807"/>
                </a:lnTo>
                <a:lnTo>
                  <a:pt x="25552" y="4839211"/>
                </a:lnTo>
                <a:lnTo>
                  <a:pt x="29067" y="4825999"/>
                </a:lnTo>
              </a:path>
              <a:path w="556260" h="4932680">
                <a:moveTo>
                  <a:pt x="29067" y="4825999"/>
                </a:moveTo>
                <a:lnTo>
                  <a:pt x="38079" y="4792135"/>
                </a:lnTo>
                <a:lnTo>
                  <a:pt x="50482" y="4744583"/>
                </a:lnTo>
                <a:lnTo>
                  <a:pt x="62138" y="4698999"/>
                </a:lnTo>
              </a:path>
              <a:path w="556260" h="4932680">
                <a:moveTo>
                  <a:pt x="62138" y="4698999"/>
                </a:moveTo>
                <a:lnTo>
                  <a:pt x="62762" y="4696558"/>
                </a:lnTo>
                <a:lnTo>
                  <a:pt x="74916" y="4648065"/>
                </a:lnTo>
                <a:lnTo>
                  <a:pt x="86944" y="4599108"/>
                </a:lnTo>
                <a:lnTo>
                  <a:pt x="93472" y="4571999"/>
                </a:lnTo>
              </a:path>
              <a:path w="556260" h="4932680">
                <a:moveTo>
                  <a:pt x="93472" y="4571999"/>
                </a:moveTo>
                <a:lnTo>
                  <a:pt x="98845" y="4549689"/>
                </a:lnTo>
                <a:lnTo>
                  <a:pt x="110618" y="4499814"/>
                </a:lnTo>
                <a:lnTo>
                  <a:pt x="122261" y="4449486"/>
                </a:lnTo>
                <a:lnTo>
                  <a:pt x="123278" y="4444999"/>
                </a:lnTo>
              </a:path>
              <a:path w="556260" h="4932680">
                <a:moveTo>
                  <a:pt x="123278" y="4444999"/>
                </a:moveTo>
                <a:lnTo>
                  <a:pt x="133774" y="4398708"/>
                </a:lnTo>
                <a:lnTo>
                  <a:pt x="145156" y="4347485"/>
                </a:lnTo>
                <a:lnTo>
                  <a:pt x="151577" y="4317999"/>
                </a:lnTo>
              </a:path>
              <a:path w="556260" h="4932680">
                <a:moveTo>
                  <a:pt x="151577" y="4317999"/>
                </a:moveTo>
                <a:lnTo>
                  <a:pt x="156406" y="4295821"/>
                </a:lnTo>
                <a:lnTo>
                  <a:pt x="167522" y="4243719"/>
                </a:lnTo>
                <a:lnTo>
                  <a:pt x="178504" y="4191183"/>
                </a:lnTo>
                <a:lnTo>
                  <a:pt x="178542" y="4190999"/>
                </a:lnTo>
              </a:path>
              <a:path w="556260" h="4932680">
                <a:moveTo>
                  <a:pt x="178542" y="4190999"/>
                </a:moveTo>
                <a:lnTo>
                  <a:pt x="189351" y="4138217"/>
                </a:lnTo>
                <a:lnTo>
                  <a:pt x="200062" y="4084825"/>
                </a:lnTo>
                <a:lnTo>
                  <a:pt x="204154" y="4063999"/>
                </a:lnTo>
              </a:path>
              <a:path w="556260" h="4932680">
                <a:moveTo>
                  <a:pt x="204154" y="4063999"/>
                </a:moveTo>
                <a:lnTo>
                  <a:pt x="210635" y="4031010"/>
                </a:lnTo>
                <a:lnTo>
                  <a:pt x="221070" y="3976778"/>
                </a:lnTo>
                <a:lnTo>
                  <a:pt x="228565" y="3936999"/>
                </a:lnTo>
              </a:path>
              <a:path w="556260" h="4932680">
                <a:moveTo>
                  <a:pt x="228565" y="3936999"/>
                </a:moveTo>
                <a:lnTo>
                  <a:pt x="231366" y="3922130"/>
                </a:lnTo>
                <a:lnTo>
                  <a:pt x="241522" y="3867072"/>
                </a:lnTo>
                <a:lnTo>
                  <a:pt x="251536" y="3811607"/>
                </a:lnTo>
                <a:lnTo>
                  <a:pt x="251820" y="3809999"/>
                </a:lnTo>
              </a:path>
              <a:path w="556260" h="4932680">
                <a:moveTo>
                  <a:pt x="251820" y="3809999"/>
                </a:moveTo>
                <a:lnTo>
                  <a:pt x="261408" y="3755740"/>
                </a:lnTo>
                <a:lnTo>
                  <a:pt x="271136" y="3699473"/>
                </a:lnTo>
                <a:lnTo>
                  <a:pt x="273923" y="3682999"/>
                </a:lnTo>
              </a:path>
              <a:path w="556260" h="4932680">
                <a:moveTo>
                  <a:pt x="273923" y="3682999"/>
                </a:moveTo>
                <a:lnTo>
                  <a:pt x="280721" y="3642810"/>
                </a:lnTo>
                <a:lnTo>
                  <a:pt x="290160" y="3585756"/>
                </a:lnTo>
                <a:lnTo>
                  <a:pt x="294974" y="3555999"/>
                </a:lnTo>
              </a:path>
              <a:path w="556260" h="4932680">
                <a:moveTo>
                  <a:pt x="294974" y="3555999"/>
                </a:moveTo>
                <a:lnTo>
                  <a:pt x="299452" y="3528315"/>
                </a:lnTo>
                <a:lnTo>
                  <a:pt x="308598" y="3470490"/>
                </a:lnTo>
                <a:lnTo>
                  <a:pt x="315011" y="3428999"/>
                </a:lnTo>
              </a:path>
              <a:path w="556260" h="4932680">
                <a:moveTo>
                  <a:pt x="315011" y="3428999"/>
                </a:moveTo>
                <a:lnTo>
                  <a:pt x="317595" y="3412285"/>
                </a:lnTo>
                <a:lnTo>
                  <a:pt x="326442" y="3353704"/>
                </a:lnTo>
                <a:lnTo>
                  <a:pt x="334070" y="3301999"/>
                </a:lnTo>
              </a:path>
              <a:path w="556260" h="4932680">
                <a:moveTo>
                  <a:pt x="334070" y="3301999"/>
                </a:moveTo>
                <a:lnTo>
                  <a:pt x="335140" y="3294751"/>
                </a:lnTo>
                <a:lnTo>
                  <a:pt x="343686" y="3235429"/>
                </a:lnTo>
                <a:lnTo>
                  <a:pt x="352079" y="3175743"/>
                </a:lnTo>
                <a:lnTo>
                  <a:pt x="352181" y="3174999"/>
                </a:lnTo>
              </a:path>
              <a:path w="556260" h="4932680">
                <a:moveTo>
                  <a:pt x="352181" y="3174999"/>
                </a:moveTo>
                <a:lnTo>
                  <a:pt x="360320" y="3115696"/>
                </a:lnTo>
                <a:lnTo>
                  <a:pt x="368406" y="3055293"/>
                </a:lnTo>
                <a:lnTo>
                  <a:pt x="369358" y="3047999"/>
                </a:lnTo>
              </a:path>
              <a:path w="556260" h="4932680">
                <a:moveTo>
                  <a:pt x="369358" y="3047999"/>
                </a:moveTo>
                <a:lnTo>
                  <a:pt x="376336" y="2994537"/>
                </a:lnTo>
                <a:lnTo>
                  <a:pt x="384110" y="2933431"/>
                </a:lnTo>
                <a:lnTo>
                  <a:pt x="385651" y="2920999"/>
                </a:lnTo>
              </a:path>
              <a:path w="556260" h="4932680">
                <a:moveTo>
                  <a:pt x="385651" y="2920999"/>
                </a:moveTo>
                <a:lnTo>
                  <a:pt x="391727" y="2871980"/>
                </a:lnTo>
                <a:lnTo>
                  <a:pt x="399186" y="2810188"/>
                </a:lnTo>
                <a:lnTo>
                  <a:pt x="401088" y="2793999"/>
                </a:lnTo>
              </a:path>
              <a:path w="556260" h="4932680">
                <a:moveTo>
                  <a:pt x="401088" y="2793999"/>
                </a:moveTo>
                <a:lnTo>
                  <a:pt x="406485" y="2748059"/>
                </a:lnTo>
                <a:lnTo>
                  <a:pt x="413624" y="2685596"/>
                </a:lnTo>
                <a:lnTo>
                  <a:pt x="415690" y="2666999"/>
                </a:lnTo>
              </a:path>
              <a:path w="556260" h="4932680">
                <a:moveTo>
                  <a:pt x="415690" y="2666999"/>
                </a:moveTo>
                <a:lnTo>
                  <a:pt x="420601" y="2622802"/>
                </a:lnTo>
                <a:lnTo>
                  <a:pt x="427416" y="2559683"/>
                </a:lnTo>
                <a:lnTo>
                  <a:pt x="429480" y="2539999"/>
                </a:lnTo>
              </a:path>
              <a:path w="556260" h="4932680">
                <a:moveTo>
                  <a:pt x="429480" y="2539999"/>
                </a:moveTo>
                <a:lnTo>
                  <a:pt x="434068" y="2496242"/>
                </a:lnTo>
                <a:lnTo>
                  <a:pt x="440555" y="2432483"/>
                </a:lnTo>
                <a:lnTo>
                  <a:pt x="442477" y="2412999"/>
                </a:lnTo>
              </a:path>
              <a:path w="556260" h="4932680">
                <a:moveTo>
                  <a:pt x="442477" y="2412999"/>
                </a:moveTo>
                <a:lnTo>
                  <a:pt x="446876" y="2368409"/>
                </a:lnTo>
                <a:lnTo>
                  <a:pt x="453032" y="2304025"/>
                </a:lnTo>
                <a:lnTo>
                  <a:pt x="454700" y="2285999"/>
                </a:lnTo>
              </a:path>
              <a:path w="556260" h="4932680">
                <a:moveTo>
                  <a:pt x="454700" y="2285999"/>
                </a:moveTo>
                <a:lnTo>
                  <a:pt x="459020" y="2239334"/>
                </a:lnTo>
                <a:lnTo>
                  <a:pt x="464839" y="2174340"/>
                </a:lnTo>
                <a:lnTo>
                  <a:pt x="466167" y="2158999"/>
                </a:lnTo>
              </a:path>
              <a:path w="556260" h="4932680">
                <a:moveTo>
                  <a:pt x="466167" y="2158999"/>
                </a:moveTo>
                <a:lnTo>
                  <a:pt x="470489" y="2109047"/>
                </a:lnTo>
                <a:lnTo>
                  <a:pt x="475969" y="2043459"/>
                </a:lnTo>
                <a:lnTo>
                  <a:pt x="476892" y="2031999"/>
                </a:lnTo>
              </a:path>
              <a:path w="556260" h="4932680">
                <a:moveTo>
                  <a:pt x="476892" y="2031999"/>
                </a:moveTo>
                <a:lnTo>
                  <a:pt x="481277" y="1977579"/>
                </a:lnTo>
                <a:lnTo>
                  <a:pt x="486413" y="1911412"/>
                </a:lnTo>
                <a:lnTo>
                  <a:pt x="486892" y="1904999"/>
                </a:lnTo>
              </a:path>
              <a:path w="556260" h="4932680">
                <a:moveTo>
                  <a:pt x="486892" y="1904999"/>
                </a:moveTo>
                <a:lnTo>
                  <a:pt x="491375" y="1844962"/>
                </a:lnTo>
                <a:lnTo>
                  <a:pt x="496163" y="1778232"/>
                </a:lnTo>
                <a:lnTo>
                  <a:pt x="500776" y="1711226"/>
                </a:lnTo>
                <a:lnTo>
                  <a:pt x="504747" y="1650999"/>
                </a:lnTo>
              </a:path>
              <a:path w="556260" h="4932680">
                <a:moveTo>
                  <a:pt x="504747" y="1650999"/>
                </a:moveTo>
                <a:lnTo>
                  <a:pt x="505212" y="1643948"/>
                </a:lnTo>
                <a:lnTo>
                  <a:pt x="509470" y="1576401"/>
                </a:lnTo>
                <a:lnTo>
                  <a:pt x="512623" y="1523999"/>
                </a:lnTo>
              </a:path>
              <a:path w="556260" h="4932680">
                <a:moveTo>
                  <a:pt x="512623" y="1523999"/>
                </a:moveTo>
                <a:lnTo>
                  <a:pt x="513550" y="1508591"/>
                </a:lnTo>
                <a:lnTo>
                  <a:pt x="517451" y="1440519"/>
                </a:lnTo>
                <a:lnTo>
                  <a:pt x="519820" y="1396999"/>
                </a:lnTo>
              </a:path>
              <a:path w="556260" h="4932680">
                <a:moveTo>
                  <a:pt x="519820" y="1396999"/>
                </a:moveTo>
                <a:lnTo>
                  <a:pt x="521171" y="1372192"/>
                </a:lnTo>
                <a:lnTo>
                  <a:pt x="524709" y="1303611"/>
                </a:lnTo>
                <a:lnTo>
                  <a:pt x="526348" y="1269999"/>
                </a:lnTo>
              </a:path>
              <a:path w="556260" h="4932680">
                <a:moveTo>
                  <a:pt x="526348" y="1269999"/>
                </a:moveTo>
                <a:lnTo>
                  <a:pt x="528066" y="1234782"/>
                </a:lnTo>
                <a:lnTo>
                  <a:pt x="531238" y="1165707"/>
                </a:lnTo>
                <a:lnTo>
                  <a:pt x="532217" y="1142999"/>
                </a:lnTo>
              </a:path>
              <a:path w="556260" h="4932680">
                <a:moveTo>
                  <a:pt x="532217" y="1142999"/>
                </a:moveTo>
                <a:lnTo>
                  <a:pt x="534226" y="1096391"/>
                </a:lnTo>
                <a:lnTo>
                  <a:pt x="537029" y="1026838"/>
                </a:lnTo>
                <a:lnTo>
                  <a:pt x="539645" y="957052"/>
                </a:lnTo>
                <a:lnTo>
                  <a:pt x="542006" y="888997"/>
                </a:lnTo>
              </a:path>
              <a:path w="556260" h="4932680">
                <a:moveTo>
                  <a:pt x="542006" y="888999"/>
                </a:moveTo>
                <a:lnTo>
                  <a:pt x="542074" y="887035"/>
                </a:lnTo>
                <a:lnTo>
                  <a:pt x="544314" y="816793"/>
                </a:lnTo>
                <a:lnTo>
                  <a:pt x="545908" y="761999"/>
                </a:lnTo>
              </a:path>
              <a:path w="556260" h="4932680">
                <a:moveTo>
                  <a:pt x="545908" y="761999"/>
                </a:moveTo>
                <a:lnTo>
                  <a:pt x="546364" y="746329"/>
                </a:lnTo>
                <a:lnTo>
                  <a:pt x="548224" y="675647"/>
                </a:lnTo>
                <a:lnTo>
                  <a:pt x="549181" y="634999"/>
                </a:lnTo>
              </a:path>
              <a:path w="556260" h="4932680">
                <a:moveTo>
                  <a:pt x="549181" y="634999"/>
                </a:moveTo>
                <a:lnTo>
                  <a:pt x="549893" y="604750"/>
                </a:lnTo>
                <a:lnTo>
                  <a:pt x="551369" y="533644"/>
                </a:lnTo>
                <a:lnTo>
                  <a:pt x="551830" y="507999"/>
                </a:lnTo>
              </a:path>
              <a:path w="556260" h="4932680">
                <a:moveTo>
                  <a:pt x="551830" y="507999"/>
                </a:moveTo>
                <a:lnTo>
                  <a:pt x="552651" y="462330"/>
                </a:lnTo>
                <a:lnTo>
                  <a:pt x="553739" y="390814"/>
                </a:lnTo>
                <a:lnTo>
                  <a:pt x="554632" y="319099"/>
                </a:lnTo>
                <a:lnTo>
                  <a:pt x="555262" y="253999"/>
                </a:lnTo>
              </a:path>
              <a:path w="556260" h="4932680">
                <a:moveTo>
                  <a:pt x="555262" y="253999"/>
                </a:moveTo>
                <a:lnTo>
                  <a:pt x="555328" y="247189"/>
                </a:lnTo>
                <a:lnTo>
                  <a:pt x="555826" y="175088"/>
                </a:lnTo>
                <a:lnTo>
                  <a:pt x="556225" y="102799"/>
                </a:lnTo>
                <a:lnTo>
                  <a:pt x="556225" y="30327"/>
                </a:lnTo>
                <a:lnTo>
                  <a:pt x="556184" y="0"/>
                </a:lnTo>
              </a:path>
            </a:pathLst>
          </a:custGeom>
          <a:ln w="38073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09356" y="28416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8"/>
                </a:lnTo>
                <a:lnTo>
                  <a:pt x="8947" y="590527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5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5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7"/>
                </a:lnTo>
                <a:lnTo>
                  <a:pt x="972642" y="635538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077805" y="3105230"/>
            <a:ext cx="255904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70">
                <a:solidFill>
                  <a:srgbClr val="FFFEFE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51543" y="840271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089572" y="8517074"/>
            <a:ext cx="2324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951543" y="220255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126630" y="231691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951543" y="3929323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126779" y="4043687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951543" y="90417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951543" y="520743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128416" y="5321797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951543" y="4568378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122909" y="4682742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951543" y="584649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124844" y="5960853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951543" y="648554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122909" y="6599908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0429063" y="0"/>
            <a:ext cx="7859395" cy="7365365"/>
            <a:chOff x="10429063" y="0"/>
            <a:chExt cx="7859395" cy="7365365"/>
          </a:xfrm>
        </p:grpSpPr>
        <p:sp>
          <p:nvSpPr>
            <p:cNvPr id="35" name="object 35" descr=""/>
            <p:cNvSpPr/>
            <p:nvPr/>
          </p:nvSpPr>
          <p:spPr>
            <a:xfrm>
              <a:off x="10429063" y="0"/>
              <a:ext cx="7859395" cy="7365365"/>
            </a:xfrm>
            <a:custGeom>
              <a:avLst/>
              <a:gdLst/>
              <a:ahLst/>
              <a:cxnLst/>
              <a:rect l="l" t="t" r="r" b="b"/>
              <a:pathLst>
                <a:path w="7859394" h="7365365">
                  <a:moveTo>
                    <a:pt x="5385058" y="7365057"/>
                  </a:moveTo>
                  <a:lnTo>
                    <a:pt x="5141447" y="7365057"/>
                  </a:lnTo>
                  <a:lnTo>
                    <a:pt x="5091564" y="7238057"/>
                  </a:lnTo>
                  <a:lnTo>
                    <a:pt x="4600761" y="7238057"/>
                  </a:lnTo>
                  <a:lnTo>
                    <a:pt x="4552520" y="7111057"/>
                  </a:lnTo>
                  <a:lnTo>
                    <a:pt x="4219377" y="7111057"/>
                  </a:lnTo>
                  <a:lnTo>
                    <a:pt x="4172455" y="6984057"/>
                  </a:lnTo>
                  <a:lnTo>
                    <a:pt x="3894594" y="6984057"/>
                  </a:lnTo>
                  <a:lnTo>
                    <a:pt x="3848911" y="6857057"/>
                  </a:lnTo>
                  <a:lnTo>
                    <a:pt x="3623287" y="6857057"/>
                  </a:lnTo>
                  <a:lnTo>
                    <a:pt x="3578732" y="6730057"/>
                  </a:lnTo>
                  <a:lnTo>
                    <a:pt x="3358890" y="6730057"/>
                  </a:lnTo>
                  <a:lnTo>
                    <a:pt x="3315521" y="6603057"/>
                  </a:lnTo>
                  <a:lnTo>
                    <a:pt x="3144093" y="6603057"/>
                  </a:lnTo>
                  <a:lnTo>
                    <a:pt x="3101757" y="6476057"/>
                  </a:lnTo>
                  <a:lnTo>
                    <a:pt x="2934545" y="6476057"/>
                  </a:lnTo>
                  <a:lnTo>
                    <a:pt x="2893283" y="6349057"/>
                  </a:lnTo>
                  <a:lnTo>
                    <a:pt x="2770824" y="6349057"/>
                  </a:lnTo>
                  <a:lnTo>
                    <a:pt x="2730451" y="6222057"/>
                  </a:lnTo>
                  <a:lnTo>
                    <a:pt x="2571242" y="6222057"/>
                  </a:lnTo>
                  <a:lnTo>
                    <a:pt x="2532018" y="6095057"/>
                  </a:lnTo>
                  <a:lnTo>
                    <a:pt x="2415759" y="6095057"/>
                  </a:lnTo>
                  <a:lnTo>
                    <a:pt x="2377483" y="5968057"/>
                  </a:lnTo>
                  <a:lnTo>
                    <a:pt x="2264109" y="5968057"/>
                  </a:lnTo>
                  <a:lnTo>
                    <a:pt x="2226808" y="5841057"/>
                  </a:lnTo>
                  <a:lnTo>
                    <a:pt x="2116396" y="5841057"/>
                  </a:lnTo>
                  <a:lnTo>
                    <a:pt x="2080095" y="5714057"/>
                  </a:lnTo>
                  <a:lnTo>
                    <a:pt x="1972726" y="5714057"/>
                  </a:lnTo>
                  <a:lnTo>
                    <a:pt x="1937452" y="5587057"/>
                  </a:lnTo>
                  <a:lnTo>
                    <a:pt x="1833202" y="5587057"/>
                  </a:lnTo>
                  <a:lnTo>
                    <a:pt x="1798982" y="5460057"/>
                  </a:lnTo>
                  <a:lnTo>
                    <a:pt x="1731345" y="5460057"/>
                  </a:lnTo>
                  <a:lnTo>
                    <a:pt x="1697931" y="5333057"/>
                  </a:lnTo>
                  <a:lnTo>
                    <a:pt x="1599332" y="5333057"/>
                  </a:lnTo>
                  <a:lnTo>
                    <a:pt x="1567018" y="5206057"/>
                  </a:lnTo>
                  <a:lnTo>
                    <a:pt x="1503228" y="5206057"/>
                  </a:lnTo>
                  <a:lnTo>
                    <a:pt x="1471755" y="5079057"/>
                  </a:lnTo>
                  <a:lnTo>
                    <a:pt x="1409663" y="5079057"/>
                  </a:lnTo>
                  <a:lnTo>
                    <a:pt x="1379047" y="4952057"/>
                  </a:lnTo>
                  <a:lnTo>
                    <a:pt x="1288938" y="4952057"/>
                  </a:lnTo>
                  <a:lnTo>
                    <a:pt x="1259487" y="4825057"/>
                  </a:lnTo>
                  <a:lnTo>
                    <a:pt x="1201472" y="4825057"/>
                  </a:lnTo>
                  <a:lnTo>
                    <a:pt x="1172911" y="4698057"/>
                  </a:lnTo>
                  <a:lnTo>
                    <a:pt x="1116693" y="4698057"/>
                  </a:lnTo>
                  <a:lnTo>
                    <a:pt x="1089038" y="4571057"/>
                  </a:lnTo>
                  <a:lnTo>
                    <a:pt x="1034645" y="4571057"/>
                  </a:lnTo>
                  <a:lnTo>
                    <a:pt x="1007911" y="4444057"/>
                  </a:lnTo>
                  <a:lnTo>
                    <a:pt x="955374" y="4444057"/>
                  </a:lnTo>
                  <a:lnTo>
                    <a:pt x="929575" y="4317057"/>
                  </a:lnTo>
                  <a:lnTo>
                    <a:pt x="878923" y="4317057"/>
                  </a:lnTo>
                  <a:lnTo>
                    <a:pt x="854074" y="4190057"/>
                  </a:lnTo>
                  <a:lnTo>
                    <a:pt x="805337" y="4190057"/>
                  </a:lnTo>
                  <a:lnTo>
                    <a:pt x="803762" y="4181682"/>
                  </a:lnTo>
                  <a:lnTo>
                    <a:pt x="1668976" y="3684847"/>
                  </a:lnTo>
                  <a:lnTo>
                    <a:pt x="1694562" y="3728945"/>
                  </a:lnTo>
                  <a:lnTo>
                    <a:pt x="1720492" y="3772729"/>
                  </a:lnTo>
                  <a:lnTo>
                    <a:pt x="1746768" y="3816198"/>
                  </a:lnTo>
                  <a:lnTo>
                    <a:pt x="1773389" y="3859353"/>
                  </a:lnTo>
                  <a:lnTo>
                    <a:pt x="1800355" y="3902193"/>
                  </a:lnTo>
                  <a:lnTo>
                    <a:pt x="1827666" y="3944719"/>
                  </a:lnTo>
                  <a:lnTo>
                    <a:pt x="1855322" y="3986931"/>
                  </a:lnTo>
                  <a:lnTo>
                    <a:pt x="1883324" y="4028828"/>
                  </a:lnTo>
                  <a:lnTo>
                    <a:pt x="1911670" y="4070410"/>
                  </a:lnTo>
                  <a:lnTo>
                    <a:pt x="1940362" y="4111678"/>
                  </a:lnTo>
                  <a:lnTo>
                    <a:pt x="1969399" y="4152632"/>
                  </a:lnTo>
                  <a:lnTo>
                    <a:pt x="1998781" y="4193271"/>
                  </a:lnTo>
                  <a:lnTo>
                    <a:pt x="2028508" y="4233596"/>
                  </a:lnTo>
                  <a:lnTo>
                    <a:pt x="2058580" y="4273606"/>
                  </a:lnTo>
                  <a:lnTo>
                    <a:pt x="2088998" y="4313302"/>
                  </a:lnTo>
                  <a:lnTo>
                    <a:pt x="2119760" y="4352683"/>
                  </a:lnTo>
                  <a:lnTo>
                    <a:pt x="2150868" y="4391750"/>
                  </a:lnTo>
                  <a:lnTo>
                    <a:pt x="2182321" y="4430502"/>
                  </a:lnTo>
                  <a:lnTo>
                    <a:pt x="2214119" y="4468940"/>
                  </a:lnTo>
                  <a:lnTo>
                    <a:pt x="2246262" y="4507064"/>
                  </a:lnTo>
                  <a:lnTo>
                    <a:pt x="2278750" y="4544873"/>
                  </a:lnTo>
                  <a:lnTo>
                    <a:pt x="2311584" y="4582368"/>
                  </a:lnTo>
                  <a:lnTo>
                    <a:pt x="2344762" y="4619548"/>
                  </a:lnTo>
                  <a:lnTo>
                    <a:pt x="2378286" y="4656414"/>
                  </a:lnTo>
                  <a:lnTo>
                    <a:pt x="2412155" y="4692965"/>
                  </a:lnTo>
                  <a:lnTo>
                    <a:pt x="2446369" y="4729202"/>
                  </a:lnTo>
                  <a:lnTo>
                    <a:pt x="2480928" y="4765124"/>
                  </a:lnTo>
                  <a:lnTo>
                    <a:pt x="2515832" y="4800732"/>
                  </a:lnTo>
                  <a:lnTo>
                    <a:pt x="2551082" y="4836025"/>
                  </a:lnTo>
                  <a:lnTo>
                    <a:pt x="2586676" y="4871004"/>
                  </a:lnTo>
                  <a:lnTo>
                    <a:pt x="2622616" y="4905669"/>
                  </a:lnTo>
                  <a:lnTo>
                    <a:pt x="2658901" y="4940019"/>
                  </a:lnTo>
                  <a:lnTo>
                    <a:pt x="2695531" y="4974055"/>
                  </a:lnTo>
                  <a:lnTo>
                    <a:pt x="2732506" y="5007776"/>
                  </a:lnTo>
                  <a:lnTo>
                    <a:pt x="2769826" y="5041182"/>
                  </a:lnTo>
                  <a:lnTo>
                    <a:pt x="2807491" y="5074275"/>
                  </a:lnTo>
                  <a:lnTo>
                    <a:pt x="2845502" y="5107053"/>
                  </a:lnTo>
                  <a:lnTo>
                    <a:pt x="2883858" y="5139516"/>
                  </a:lnTo>
                  <a:lnTo>
                    <a:pt x="2922558" y="5171665"/>
                  </a:lnTo>
                  <a:lnTo>
                    <a:pt x="2961604" y="5203499"/>
                  </a:lnTo>
                  <a:lnTo>
                    <a:pt x="3000995" y="5235019"/>
                  </a:lnTo>
                  <a:lnTo>
                    <a:pt x="3040732" y="5266225"/>
                  </a:lnTo>
                  <a:lnTo>
                    <a:pt x="3080813" y="5297116"/>
                  </a:lnTo>
                  <a:lnTo>
                    <a:pt x="3121239" y="5327693"/>
                  </a:lnTo>
                  <a:lnTo>
                    <a:pt x="3162011" y="5357955"/>
                  </a:lnTo>
                  <a:lnTo>
                    <a:pt x="3203128" y="5387902"/>
                  </a:lnTo>
                  <a:lnTo>
                    <a:pt x="3244590" y="5417536"/>
                  </a:lnTo>
                  <a:lnTo>
                    <a:pt x="3286397" y="5446855"/>
                  </a:lnTo>
                  <a:lnTo>
                    <a:pt x="3328331" y="5475707"/>
                  </a:lnTo>
                  <a:lnTo>
                    <a:pt x="3370435" y="5504125"/>
                  </a:lnTo>
                  <a:lnTo>
                    <a:pt x="3412710" y="5532107"/>
                  </a:lnTo>
                  <a:lnTo>
                    <a:pt x="3455155" y="5559654"/>
                  </a:lnTo>
                  <a:lnTo>
                    <a:pt x="3498237" y="5587057"/>
                  </a:lnTo>
                  <a:lnTo>
                    <a:pt x="3540558" y="5613443"/>
                  </a:lnTo>
                  <a:lnTo>
                    <a:pt x="3583516" y="5639685"/>
                  </a:lnTo>
                  <a:lnTo>
                    <a:pt x="3626644" y="5665491"/>
                  </a:lnTo>
                  <a:lnTo>
                    <a:pt x="3669943" y="5690862"/>
                  </a:lnTo>
                  <a:lnTo>
                    <a:pt x="3713412" y="5715798"/>
                  </a:lnTo>
                  <a:lnTo>
                    <a:pt x="3757052" y="5740299"/>
                  </a:lnTo>
                  <a:lnTo>
                    <a:pt x="3800863" y="5764364"/>
                  </a:lnTo>
                  <a:lnTo>
                    <a:pt x="3844844" y="5787995"/>
                  </a:lnTo>
                  <a:lnTo>
                    <a:pt x="3888996" y="5811190"/>
                  </a:lnTo>
                  <a:lnTo>
                    <a:pt x="3933319" y="5833950"/>
                  </a:lnTo>
                  <a:lnTo>
                    <a:pt x="3977812" y="5856274"/>
                  </a:lnTo>
                  <a:lnTo>
                    <a:pt x="4022476" y="5878164"/>
                  </a:lnTo>
                  <a:lnTo>
                    <a:pt x="4067311" y="5899618"/>
                  </a:lnTo>
                  <a:lnTo>
                    <a:pt x="4112316" y="5920637"/>
                  </a:lnTo>
                  <a:lnTo>
                    <a:pt x="4157492" y="5941221"/>
                  </a:lnTo>
                  <a:lnTo>
                    <a:pt x="4202838" y="5961370"/>
                  </a:lnTo>
                  <a:lnTo>
                    <a:pt x="4248355" y="5981083"/>
                  </a:lnTo>
                  <a:lnTo>
                    <a:pt x="4294043" y="6000362"/>
                  </a:lnTo>
                  <a:lnTo>
                    <a:pt x="4339901" y="6019205"/>
                  </a:lnTo>
                  <a:lnTo>
                    <a:pt x="4385930" y="6037612"/>
                  </a:lnTo>
                  <a:lnTo>
                    <a:pt x="4432130" y="6055585"/>
                  </a:lnTo>
                  <a:lnTo>
                    <a:pt x="4478500" y="6073122"/>
                  </a:lnTo>
                  <a:lnTo>
                    <a:pt x="4525041" y="6090225"/>
                  </a:lnTo>
                  <a:lnTo>
                    <a:pt x="4571753" y="6106892"/>
                  </a:lnTo>
                  <a:lnTo>
                    <a:pt x="4618635" y="6123123"/>
                  </a:lnTo>
                  <a:lnTo>
                    <a:pt x="4665688" y="6138920"/>
                  </a:lnTo>
                  <a:lnTo>
                    <a:pt x="4712911" y="6154281"/>
                  </a:lnTo>
                  <a:lnTo>
                    <a:pt x="4760305" y="6169208"/>
                  </a:lnTo>
                  <a:lnTo>
                    <a:pt x="4807870" y="6183699"/>
                  </a:lnTo>
                  <a:lnTo>
                    <a:pt x="4855605" y="6197754"/>
                  </a:lnTo>
                  <a:lnTo>
                    <a:pt x="4903511" y="6211375"/>
                  </a:lnTo>
                  <a:lnTo>
                    <a:pt x="4999835" y="6237310"/>
                  </a:lnTo>
                  <a:lnTo>
                    <a:pt x="5096842" y="6261505"/>
                  </a:lnTo>
                  <a:lnTo>
                    <a:pt x="5194531" y="6283959"/>
                  </a:lnTo>
                  <a:lnTo>
                    <a:pt x="5292902" y="6304672"/>
                  </a:lnTo>
                  <a:lnTo>
                    <a:pt x="5391957" y="6323644"/>
                  </a:lnTo>
                  <a:lnTo>
                    <a:pt x="5491693" y="6340875"/>
                  </a:lnTo>
                  <a:lnTo>
                    <a:pt x="5541818" y="6348838"/>
                  </a:lnTo>
                  <a:lnTo>
                    <a:pt x="5385058" y="7365057"/>
                  </a:lnTo>
                  <a:close/>
                </a:path>
                <a:path w="7859394" h="7365365">
                  <a:moveTo>
                    <a:pt x="7611931" y="7365057"/>
                  </a:moveTo>
                  <a:lnTo>
                    <a:pt x="6345265" y="7365057"/>
                  </a:lnTo>
                  <a:lnTo>
                    <a:pt x="6347557" y="6412483"/>
                  </a:lnTo>
                  <a:lnTo>
                    <a:pt x="6430108" y="6412331"/>
                  </a:lnTo>
                  <a:lnTo>
                    <a:pt x="6532028" y="6410511"/>
                  </a:lnTo>
                  <a:lnTo>
                    <a:pt x="6633499" y="6406870"/>
                  </a:lnTo>
                  <a:lnTo>
                    <a:pt x="6734520" y="6401410"/>
                  </a:lnTo>
                  <a:lnTo>
                    <a:pt x="6835092" y="6394130"/>
                  </a:lnTo>
                  <a:lnTo>
                    <a:pt x="6935215" y="6385030"/>
                  </a:lnTo>
                  <a:lnTo>
                    <a:pt x="7034888" y="6374110"/>
                  </a:lnTo>
                  <a:lnTo>
                    <a:pt x="7134112" y="6361370"/>
                  </a:lnTo>
                  <a:lnTo>
                    <a:pt x="7232888" y="6346810"/>
                  </a:lnTo>
                  <a:lnTo>
                    <a:pt x="7331213" y="6330429"/>
                  </a:lnTo>
                  <a:lnTo>
                    <a:pt x="7429090" y="6312229"/>
                  </a:lnTo>
                  <a:lnTo>
                    <a:pt x="7526517" y="6292209"/>
                  </a:lnTo>
                  <a:lnTo>
                    <a:pt x="7623495" y="6270369"/>
                  </a:lnTo>
                  <a:lnTo>
                    <a:pt x="7720024" y="6246709"/>
                  </a:lnTo>
                  <a:lnTo>
                    <a:pt x="7768120" y="6234196"/>
                  </a:lnTo>
                  <a:lnTo>
                    <a:pt x="7816103" y="6221229"/>
                  </a:lnTo>
                  <a:lnTo>
                    <a:pt x="7858936" y="6209219"/>
                  </a:lnTo>
                  <a:lnTo>
                    <a:pt x="7858936" y="7238057"/>
                  </a:lnTo>
                  <a:lnTo>
                    <a:pt x="7661815" y="7238057"/>
                  </a:lnTo>
                  <a:lnTo>
                    <a:pt x="7611931" y="7365057"/>
                  </a:lnTo>
                  <a:close/>
                </a:path>
                <a:path w="7859394" h="7365365">
                  <a:moveTo>
                    <a:pt x="426718" y="3302891"/>
                  </a:moveTo>
                  <a:lnTo>
                    <a:pt x="426456" y="3301057"/>
                  </a:lnTo>
                  <a:lnTo>
                    <a:pt x="391238" y="3301057"/>
                  </a:lnTo>
                  <a:lnTo>
                    <a:pt x="374162" y="3174057"/>
                  </a:lnTo>
                  <a:lnTo>
                    <a:pt x="341085" y="3174057"/>
                  </a:lnTo>
                  <a:lnTo>
                    <a:pt x="325087" y="3047057"/>
                  </a:lnTo>
                  <a:lnTo>
                    <a:pt x="309452" y="3047057"/>
                  </a:lnTo>
                  <a:lnTo>
                    <a:pt x="294181" y="2920057"/>
                  </a:lnTo>
                  <a:lnTo>
                    <a:pt x="264739" y="2920057"/>
                  </a:lnTo>
                  <a:lnTo>
                    <a:pt x="250570" y="2793057"/>
                  </a:lnTo>
                  <a:lnTo>
                    <a:pt x="223347" y="2793057"/>
                  </a:lnTo>
                  <a:lnTo>
                    <a:pt x="210296" y="2666057"/>
                  </a:lnTo>
                  <a:lnTo>
                    <a:pt x="197621" y="2666057"/>
                  </a:lnTo>
                  <a:lnTo>
                    <a:pt x="185323" y="2539057"/>
                  </a:lnTo>
                  <a:lnTo>
                    <a:pt x="161866" y="2539057"/>
                  </a:lnTo>
                  <a:lnTo>
                    <a:pt x="150710" y="2412057"/>
                  </a:lnTo>
                  <a:lnTo>
                    <a:pt x="139938" y="2412057"/>
                  </a:lnTo>
                  <a:lnTo>
                    <a:pt x="129551" y="2285057"/>
                  </a:lnTo>
                  <a:lnTo>
                    <a:pt x="109941" y="2285057"/>
                  </a:lnTo>
                  <a:lnTo>
                    <a:pt x="100721" y="2158057"/>
                  </a:lnTo>
                  <a:lnTo>
                    <a:pt x="91894" y="2158057"/>
                  </a:lnTo>
                  <a:lnTo>
                    <a:pt x="83460" y="2031057"/>
                  </a:lnTo>
                  <a:lnTo>
                    <a:pt x="67779" y="2031057"/>
                  </a:lnTo>
                  <a:lnTo>
                    <a:pt x="60537" y="1904057"/>
                  </a:lnTo>
                  <a:lnTo>
                    <a:pt x="53694" y="1904057"/>
                  </a:lnTo>
                  <a:lnTo>
                    <a:pt x="47254" y="1777057"/>
                  </a:lnTo>
                  <a:lnTo>
                    <a:pt x="35585" y="1777057"/>
                  </a:lnTo>
                  <a:lnTo>
                    <a:pt x="30360" y="1650057"/>
                  </a:lnTo>
                  <a:lnTo>
                    <a:pt x="25544" y="1650057"/>
                  </a:lnTo>
                  <a:lnTo>
                    <a:pt x="21138" y="1523057"/>
                  </a:lnTo>
                  <a:lnTo>
                    <a:pt x="13563" y="1523057"/>
                  </a:lnTo>
                  <a:lnTo>
                    <a:pt x="10398" y="1396057"/>
                  </a:lnTo>
                  <a:lnTo>
                    <a:pt x="7649" y="1396057"/>
                  </a:lnTo>
                  <a:lnTo>
                    <a:pt x="5318" y="1269057"/>
                  </a:lnTo>
                  <a:lnTo>
                    <a:pt x="1919" y="1269057"/>
                  </a:lnTo>
                  <a:lnTo>
                    <a:pt x="854" y="1142057"/>
                  </a:lnTo>
                  <a:lnTo>
                    <a:pt x="213" y="1142057"/>
                  </a:lnTo>
                  <a:lnTo>
                    <a:pt x="127" y="1090493"/>
                  </a:lnTo>
                  <a:lnTo>
                    <a:pt x="41" y="1039480"/>
                  </a:lnTo>
                  <a:lnTo>
                    <a:pt x="0" y="1015057"/>
                  </a:lnTo>
                  <a:lnTo>
                    <a:pt x="213" y="1015057"/>
                  </a:lnTo>
                  <a:lnTo>
                    <a:pt x="854" y="888057"/>
                  </a:lnTo>
                  <a:lnTo>
                    <a:pt x="3408" y="888057"/>
                  </a:lnTo>
                  <a:lnTo>
                    <a:pt x="5318" y="761057"/>
                  </a:lnTo>
                  <a:lnTo>
                    <a:pt x="7649" y="761057"/>
                  </a:lnTo>
                  <a:lnTo>
                    <a:pt x="10347" y="636387"/>
                  </a:lnTo>
                  <a:lnTo>
                    <a:pt x="10398" y="634057"/>
                  </a:lnTo>
                  <a:lnTo>
                    <a:pt x="17144" y="634057"/>
                  </a:lnTo>
                  <a:lnTo>
                    <a:pt x="21138" y="507057"/>
                  </a:lnTo>
                  <a:lnTo>
                    <a:pt x="25544" y="507057"/>
                  </a:lnTo>
                  <a:lnTo>
                    <a:pt x="30360" y="380057"/>
                  </a:lnTo>
                  <a:lnTo>
                    <a:pt x="41217" y="380057"/>
                  </a:lnTo>
                  <a:lnTo>
                    <a:pt x="47254" y="253057"/>
                  </a:lnTo>
                  <a:lnTo>
                    <a:pt x="53694" y="253057"/>
                  </a:lnTo>
                  <a:lnTo>
                    <a:pt x="60537" y="126057"/>
                  </a:lnTo>
                  <a:lnTo>
                    <a:pt x="75421" y="126057"/>
                  </a:lnTo>
                  <a:lnTo>
                    <a:pt x="83400" y="0"/>
                  </a:lnTo>
                  <a:lnTo>
                    <a:pt x="1042076" y="0"/>
                  </a:lnTo>
                  <a:lnTo>
                    <a:pt x="1034459" y="42150"/>
                  </a:lnTo>
                  <a:lnTo>
                    <a:pt x="1026059" y="91228"/>
                  </a:lnTo>
                  <a:lnTo>
                    <a:pt x="1018113" y="140386"/>
                  </a:lnTo>
                  <a:lnTo>
                    <a:pt x="1010621" y="189625"/>
                  </a:lnTo>
                  <a:lnTo>
                    <a:pt x="1003582" y="238944"/>
                  </a:lnTo>
                  <a:lnTo>
                    <a:pt x="996998" y="288343"/>
                  </a:lnTo>
                  <a:lnTo>
                    <a:pt x="990868" y="337823"/>
                  </a:lnTo>
                  <a:lnTo>
                    <a:pt x="985193" y="387382"/>
                  </a:lnTo>
                  <a:lnTo>
                    <a:pt x="979971" y="437023"/>
                  </a:lnTo>
                  <a:lnTo>
                    <a:pt x="975203" y="486743"/>
                  </a:lnTo>
                  <a:lnTo>
                    <a:pt x="970889" y="536544"/>
                  </a:lnTo>
                  <a:lnTo>
                    <a:pt x="967030" y="586425"/>
                  </a:lnTo>
                  <a:lnTo>
                    <a:pt x="963624" y="636387"/>
                  </a:lnTo>
                  <a:lnTo>
                    <a:pt x="960673" y="686429"/>
                  </a:lnTo>
                  <a:lnTo>
                    <a:pt x="958175" y="736551"/>
                  </a:lnTo>
                  <a:lnTo>
                    <a:pt x="956132" y="786754"/>
                  </a:lnTo>
                  <a:lnTo>
                    <a:pt x="954543" y="837036"/>
                  </a:lnTo>
                  <a:lnTo>
                    <a:pt x="953408" y="887399"/>
                  </a:lnTo>
                  <a:lnTo>
                    <a:pt x="952726" y="937843"/>
                  </a:lnTo>
                  <a:lnTo>
                    <a:pt x="952729" y="1039480"/>
                  </a:lnTo>
                  <a:lnTo>
                    <a:pt x="953418" y="1090493"/>
                  </a:lnTo>
                  <a:lnTo>
                    <a:pt x="954566" y="1141407"/>
                  </a:lnTo>
                  <a:lnTo>
                    <a:pt x="956173" y="1192221"/>
                  </a:lnTo>
                  <a:lnTo>
                    <a:pt x="958239" y="1242935"/>
                  </a:lnTo>
                  <a:lnTo>
                    <a:pt x="960764" y="1293551"/>
                  </a:lnTo>
                  <a:lnTo>
                    <a:pt x="963749" y="1344066"/>
                  </a:lnTo>
                  <a:lnTo>
                    <a:pt x="967192" y="1394482"/>
                  </a:lnTo>
                  <a:lnTo>
                    <a:pt x="971095" y="1444798"/>
                  </a:lnTo>
                  <a:lnTo>
                    <a:pt x="975457" y="1495015"/>
                  </a:lnTo>
                  <a:lnTo>
                    <a:pt x="980278" y="1545132"/>
                  </a:lnTo>
                  <a:lnTo>
                    <a:pt x="985559" y="1595150"/>
                  </a:lnTo>
                  <a:lnTo>
                    <a:pt x="991298" y="1645068"/>
                  </a:lnTo>
                  <a:lnTo>
                    <a:pt x="997497" y="1694887"/>
                  </a:lnTo>
                  <a:lnTo>
                    <a:pt x="1004154" y="1744606"/>
                  </a:lnTo>
                  <a:lnTo>
                    <a:pt x="1011271" y="1794225"/>
                  </a:lnTo>
                  <a:lnTo>
                    <a:pt x="1018847" y="1843745"/>
                  </a:lnTo>
                  <a:lnTo>
                    <a:pt x="1026883" y="1893166"/>
                  </a:lnTo>
                  <a:lnTo>
                    <a:pt x="1035377" y="1942486"/>
                  </a:lnTo>
                  <a:lnTo>
                    <a:pt x="1044330" y="1991708"/>
                  </a:lnTo>
                  <a:lnTo>
                    <a:pt x="1053743" y="2040829"/>
                  </a:lnTo>
                  <a:lnTo>
                    <a:pt x="1063615" y="2089851"/>
                  </a:lnTo>
                  <a:lnTo>
                    <a:pt x="1073946" y="2138774"/>
                  </a:lnTo>
                  <a:lnTo>
                    <a:pt x="1084736" y="2187597"/>
                  </a:lnTo>
                  <a:lnTo>
                    <a:pt x="1095985" y="2236320"/>
                  </a:lnTo>
                  <a:lnTo>
                    <a:pt x="1107694" y="2285057"/>
                  </a:lnTo>
                  <a:lnTo>
                    <a:pt x="1119861" y="2333469"/>
                  </a:lnTo>
                  <a:lnTo>
                    <a:pt x="1132488" y="2381893"/>
                  </a:lnTo>
                  <a:lnTo>
                    <a:pt x="1145574" y="2430218"/>
                  </a:lnTo>
                  <a:lnTo>
                    <a:pt x="1159119" y="2478444"/>
                  </a:lnTo>
                  <a:lnTo>
                    <a:pt x="1173124" y="2526570"/>
                  </a:lnTo>
                  <a:lnTo>
                    <a:pt x="1187587" y="2574597"/>
                  </a:lnTo>
                  <a:lnTo>
                    <a:pt x="1202509" y="2622524"/>
                  </a:lnTo>
                  <a:lnTo>
                    <a:pt x="1217891" y="2670351"/>
                  </a:lnTo>
                  <a:lnTo>
                    <a:pt x="1233732" y="2718079"/>
                  </a:lnTo>
                  <a:lnTo>
                    <a:pt x="1250032" y="2765707"/>
                  </a:lnTo>
                  <a:lnTo>
                    <a:pt x="1266791" y="2813236"/>
                  </a:lnTo>
                  <a:lnTo>
                    <a:pt x="1284010" y="2860665"/>
                  </a:lnTo>
                  <a:lnTo>
                    <a:pt x="1301687" y="2907994"/>
                  </a:lnTo>
                  <a:lnTo>
                    <a:pt x="1319824" y="2955224"/>
                  </a:lnTo>
                  <a:lnTo>
                    <a:pt x="426718" y="3302891"/>
                  </a:lnTo>
                  <a:close/>
                </a:path>
              </a:pathLst>
            </a:custGeom>
            <a:solidFill>
              <a:srgbClr val="FD6120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6313641" y="910464"/>
              <a:ext cx="942975" cy="236220"/>
            </a:xfrm>
            <a:custGeom>
              <a:avLst/>
              <a:gdLst/>
              <a:ahLst/>
              <a:cxnLst/>
              <a:rect l="l" t="t" r="r" b="b"/>
              <a:pathLst>
                <a:path w="942975" h="236219">
                  <a:moveTo>
                    <a:pt x="117816" y="235632"/>
                  </a:moveTo>
                  <a:lnTo>
                    <a:pt x="71946" y="226377"/>
                  </a:lnTo>
                  <a:lnTo>
                    <a:pt x="34498" y="201134"/>
                  </a:lnTo>
                  <a:lnTo>
                    <a:pt x="9255" y="163686"/>
                  </a:lnTo>
                  <a:lnTo>
                    <a:pt x="0" y="117816"/>
                  </a:lnTo>
                  <a:lnTo>
                    <a:pt x="9255" y="71946"/>
                  </a:lnTo>
                  <a:lnTo>
                    <a:pt x="34498" y="34498"/>
                  </a:lnTo>
                  <a:lnTo>
                    <a:pt x="71946" y="9255"/>
                  </a:lnTo>
                  <a:lnTo>
                    <a:pt x="117816" y="0"/>
                  </a:lnTo>
                  <a:lnTo>
                    <a:pt x="163686" y="9255"/>
                  </a:lnTo>
                  <a:lnTo>
                    <a:pt x="201134" y="34498"/>
                  </a:lnTo>
                  <a:lnTo>
                    <a:pt x="226377" y="71946"/>
                  </a:lnTo>
                  <a:lnTo>
                    <a:pt x="235632" y="117816"/>
                  </a:lnTo>
                  <a:lnTo>
                    <a:pt x="226377" y="163686"/>
                  </a:lnTo>
                  <a:lnTo>
                    <a:pt x="201134" y="201134"/>
                  </a:lnTo>
                  <a:lnTo>
                    <a:pt x="163686" y="226377"/>
                  </a:lnTo>
                  <a:lnTo>
                    <a:pt x="117816" y="235632"/>
                  </a:lnTo>
                  <a:close/>
                </a:path>
                <a:path w="942975" h="236219">
                  <a:moveTo>
                    <a:pt x="824713" y="235632"/>
                  </a:moveTo>
                  <a:lnTo>
                    <a:pt x="778843" y="226377"/>
                  </a:lnTo>
                  <a:lnTo>
                    <a:pt x="741395" y="201134"/>
                  </a:lnTo>
                  <a:lnTo>
                    <a:pt x="716152" y="163686"/>
                  </a:lnTo>
                  <a:lnTo>
                    <a:pt x="706897" y="117816"/>
                  </a:lnTo>
                  <a:lnTo>
                    <a:pt x="716152" y="71946"/>
                  </a:lnTo>
                  <a:lnTo>
                    <a:pt x="741395" y="34498"/>
                  </a:lnTo>
                  <a:lnTo>
                    <a:pt x="778843" y="9255"/>
                  </a:lnTo>
                  <a:lnTo>
                    <a:pt x="824713" y="0"/>
                  </a:lnTo>
                  <a:lnTo>
                    <a:pt x="870583" y="9255"/>
                  </a:lnTo>
                  <a:lnTo>
                    <a:pt x="908031" y="34498"/>
                  </a:lnTo>
                  <a:lnTo>
                    <a:pt x="933274" y="71946"/>
                  </a:lnTo>
                  <a:lnTo>
                    <a:pt x="942529" y="117816"/>
                  </a:lnTo>
                  <a:lnTo>
                    <a:pt x="933274" y="163686"/>
                  </a:lnTo>
                  <a:lnTo>
                    <a:pt x="908031" y="201134"/>
                  </a:lnTo>
                  <a:lnTo>
                    <a:pt x="870583" y="226377"/>
                  </a:lnTo>
                  <a:lnTo>
                    <a:pt x="824713" y="235632"/>
                  </a:lnTo>
                  <a:close/>
                </a:path>
                <a:path w="942975" h="236219">
                  <a:moveTo>
                    <a:pt x="471264" y="235632"/>
                  </a:moveTo>
                  <a:lnTo>
                    <a:pt x="425394" y="226377"/>
                  </a:lnTo>
                  <a:lnTo>
                    <a:pt x="387946" y="201134"/>
                  </a:lnTo>
                  <a:lnTo>
                    <a:pt x="362703" y="163686"/>
                  </a:lnTo>
                  <a:lnTo>
                    <a:pt x="353448" y="117816"/>
                  </a:lnTo>
                  <a:lnTo>
                    <a:pt x="362703" y="71946"/>
                  </a:lnTo>
                  <a:lnTo>
                    <a:pt x="387946" y="34498"/>
                  </a:lnTo>
                  <a:lnTo>
                    <a:pt x="425394" y="9255"/>
                  </a:lnTo>
                  <a:lnTo>
                    <a:pt x="471264" y="0"/>
                  </a:lnTo>
                  <a:lnTo>
                    <a:pt x="517134" y="9255"/>
                  </a:lnTo>
                  <a:lnTo>
                    <a:pt x="554583" y="34498"/>
                  </a:lnTo>
                  <a:lnTo>
                    <a:pt x="579826" y="71946"/>
                  </a:lnTo>
                  <a:lnTo>
                    <a:pt x="589081" y="117816"/>
                  </a:lnTo>
                  <a:lnTo>
                    <a:pt x="579826" y="163686"/>
                  </a:lnTo>
                  <a:lnTo>
                    <a:pt x="554583" y="201134"/>
                  </a:lnTo>
                  <a:lnTo>
                    <a:pt x="517134" y="226377"/>
                  </a:lnTo>
                  <a:lnTo>
                    <a:pt x="471264" y="235632"/>
                  </a:lnTo>
                  <a:close/>
                </a:path>
              </a:pathLst>
            </a:custGeom>
            <a:solidFill>
              <a:srgbClr val="FD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/>
          <p:nvPr/>
        </p:nvSpPr>
        <p:spPr>
          <a:xfrm>
            <a:off x="951543" y="92444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154163" y="103880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951543" y="15635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128118" y="167786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951543" y="71246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1077070" y="7238963"/>
            <a:ext cx="2571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951543" y="776365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1115468" y="7878019"/>
            <a:ext cx="1803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9356" y="348066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2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0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3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3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0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87925" y="3744286"/>
            <a:ext cx="2355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25">
                <a:solidFill>
                  <a:srgbClr val="FFFEFE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1543" y="90417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51543" y="776365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51543" y="284161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20379" y="2955973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51543" y="840271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51543" y="520743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28416" y="5321797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51543" y="4568378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22909" y="4682742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51543" y="584649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24844" y="5960853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51543" y="648554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5756" y="3576537"/>
            <a:ext cx="95250" cy="9524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3633952" y="3401913"/>
            <a:ext cx="60890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Easy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to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manipulate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(proxy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attendance)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5756" y="4414737"/>
            <a:ext cx="95250" cy="95249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3633952" y="4240112"/>
            <a:ext cx="46691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Time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wastage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during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roll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calls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5756" y="5252937"/>
            <a:ext cx="95250" cy="95249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3633952" y="5078312"/>
            <a:ext cx="9131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Physical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contact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in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fingerprint-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based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systems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(unhygienic)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5756" y="6091137"/>
            <a:ext cx="95250" cy="95249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3633952" y="5916512"/>
            <a:ext cx="5440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0" b="1">
                <a:solidFill>
                  <a:srgbClr val="181818"/>
                </a:solidFill>
                <a:latin typeface="Tahoma"/>
                <a:cs typeface="Tahoma"/>
              </a:rPr>
              <a:t>No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automatic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tracking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or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data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logs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2790786" y="0"/>
            <a:ext cx="5497830" cy="8815705"/>
          </a:xfrm>
          <a:custGeom>
            <a:avLst/>
            <a:gdLst/>
            <a:ahLst/>
            <a:cxnLst/>
            <a:rect l="l" t="t" r="r" b="b"/>
            <a:pathLst>
              <a:path w="5497830" h="8815705">
                <a:moveTo>
                  <a:pt x="5497212" y="8815142"/>
                </a:moveTo>
                <a:lnTo>
                  <a:pt x="5159361" y="8815142"/>
                </a:lnTo>
                <a:lnTo>
                  <a:pt x="5111705" y="8802442"/>
                </a:lnTo>
                <a:lnTo>
                  <a:pt x="4969410" y="8802442"/>
                </a:lnTo>
                <a:lnTo>
                  <a:pt x="4922209" y="8789742"/>
                </a:lnTo>
                <a:lnTo>
                  <a:pt x="4875125" y="8789742"/>
                </a:lnTo>
                <a:lnTo>
                  <a:pt x="4828162" y="8777042"/>
                </a:lnTo>
                <a:lnTo>
                  <a:pt x="4781320" y="8777042"/>
                </a:lnTo>
                <a:lnTo>
                  <a:pt x="4734601" y="8764342"/>
                </a:lnTo>
                <a:lnTo>
                  <a:pt x="4688006" y="8764342"/>
                </a:lnTo>
                <a:lnTo>
                  <a:pt x="4641539" y="8751642"/>
                </a:lnTo>
                <a:lnTo>
                  <a:pt x="4595199" y="8751642"/>
                </a:lnTo>
                <a:lnTo>
                  <a:pt x="4502912" y="8726242"/>
                </a:lnTo>
                <a:lnTo>
                  <a:pt x="4456967" y="8726242"/>
                </a:lnTo>
                <a:lnTo>
                  <a:pt x="4365485" y="8700842"/>
                </a:lnTo>
                <a:lnTo>
                  <a:pt x="4319950" y="8700842"/>
                </a:lnTo>
                <a:lnTo>
                  <a:pt x="3654703" y="8510342"/>
                </a:lnTo>
                <a:lnTo>
                  <a:pt x="3611615" y="8484942"/>
                </a:lnTo>
                <a:lnTo>
                  <a:pt x="3507840" y="8454114"/>
                </a:lnTo>
                <a:lnTo>
                  <a:pt x="3855097" y="7557827"/>
                </a:lnTo>
                <a:lnTo>
                  <a:pt x="3902873" y="7576033"/>
                </a:lnTo>
                <a:lnTo>
                  <a:pt x="3950771" y="7593680"/>
                </a:lnTo>
                <a:lnTo>
                  <a:pt x="3998791" y="7610766"/>
                </a:lnTo>
                <a:lnTo>
                  <a:pt x="4046933" y="7627293"/>
                </a:lnTo>
                <a:lnTo>
                  <a:pt x="4095195" y="7643259"/>
                </a:lnTo>
                <a:lnTo>
                  <a:pt x="4143580" y="7658664"/>
                </a:lnTo>
                <a:lnTo>
                  <a:pt x="4192086" y="7673510"/>
                </a:lnTo>
                <a:lnTo>
                  <a:pt x="4240714" y="7687795"/>
                </a:lnTo>
                <a:lnTo>
                  <a:pt x="4289463" y="7701520"/>
                </a:lnTo>
                <a:lnTo>
                  <a:pt x="4338334" y="7714685"/>
                </a:lnTo>
                <a:lnTo>
                  <a:pt x="4387327" y="7727290"/>
                </a:lnTo>
                <a:lnTo>
                  <a:pt x="4436441" y="7739335"/>
                </a:lnTo>
                <a:lnTo>
                  <a:pt x="4485676" y="7750819"/>
                </a:lnTo>
                <a:lnTo>
                  <a:pt x="4535034" y="7761743"/>
                </a:lnTo>
                <a:lnTo>
                  <a:pt x="4584512" y="7772107"/>
                </a:lnTo>
                <a:lnTo>
                  <a:pt x="4634113" y="7781911"/>
                </a:lnTo>
                <a:lnTo>
                  <a:pt x="4683835" y="7791154"/>
                </a:lnTo>
                <a:lnTo>
                  <a:pt x="4733679" y="7799837"/>
                </a:lnTo>
                <a:lnTo>
                  <a:pt x="4783644" y="7807960"/>
                </a:lnTo>
                <a:lnTo>
                  <a:pt x="4833731" y="7815523"/>
                </a:lnTo>
                <a:lnTo>
                  <a:pt x="4883939" y="7822526"/>
                </a:lnTo>
                <a:lnTo>
                  <a:pt x="4934269" y="7828968"/>
                </a:lnTo>
                <a:lnTo>
                  <a:pt x="4984721" y="7834850"/>
                </a:lnTo>
                <a:lnTo>
                  <a:pt x="5035294" y="7840172"/>
                </a:lnTo>
                <a:lnTo>
                  <a:pt x="5085989" y="7844934"/>
                </a:lnTo>
                <a:lnTo>
                  <a:pt x="5136805" y="7849136"/>
                </a:lnTo>
                <a:lnTo>
                  <a:pt x="5187743" y="7852777"/>
                </a:lnTo>
                <a:lnTo>
                  <a:pt x="5238803" y="7855858"/>
                </a:lnTo>
                <a:lnTo>
                  <a:pt x="5289984" y="7858379"/>
                </a:lnTo>
                <a:lnTo>
                  <a:pt x="5341286" y="7860340"/>
                </a:lnTo>
                <a:lnTo>
                  <a:pt x="5392711" y="7861741"/>
                </a:lnTo>
                <a:lnTo>
                  <a:pt x="5444257" y="7862581"/>
                </a:lnTo>
                <a:lnTo>
                  <a:pt x="5497212" y="7862854"/>
                </a:lnTo>
                <a:lnTo>
                  <a:pt x="5497212" y="8815142"/>
                </a:lnTo>
                <a:close/>
              </a:path>
              <a:path w="5497830" h="8815705">
                <a:moveTo>
                  <a:pt x="1238844" y="1726887"/>
                </a:moveTo>
                <a:lnTo>
                  <a:pt x="349258" y="1393964"/>
                </a:lnTo>
                <a:lnTo>
                  <a:pt x="363610" y="1360242"/>
                </a:lnTo>
                <a:lnTo>
                  <a:pt x="380169" y="1309442"/>
                </a:lnTo>
                <a:lnTo>
                  <a:pt x="397071" y="1271342"/>
                </a:lnTo>
                <a:lnTo>
                  <a:pt x="414314" y="1233242"/>
                </a:lnTo>
                <a:lnTo>
                  <a:pt x="431897" y="1182442"/>
                </a:lnTo>
                <a:lnTo>
                  <a:pt x="449817" y="1144342"/>
                </a:lnTo>
                <a:lnTo>
                  <a:pt x="468073" y="1106242"/>
                </a:lnTo>
                <a:lnTo>
                  <a:pt x="486663" y="1055442"/>
                </a:lnTo>
                <a:lnTo>
                  <a:pt x="505586" y="1017342"/>
                </a:lnTo>
                <a:lnTo>
                  <a:pt x="524840" y="979242"/>
                </a:lnTo>
                <a:lnTo>
                  <a:pt x="544423" y="941142"/>
                </a:lnTo>
                <a:lnTo>
                  <a:pt x="564334" y="903042"/>
                </a:lnTo>
                <a:lnTo>
                  <a:pt x="584570" y="852242"/>
                </a:lnTo>
                <a:lnTo>
                  <a:pt x="605130" y="814142"/>
                </a:lnTo>
                <a:lnTo>
                  <a:pt x="626013" y="776042"/>
                </a:lnTo>
                <a:lnTo>
                  <a:pt x="647216" y="737942"/>
                </a:lnTo>
                <a:lnTo>
                  <a:pt x="668738" y="699842"/>
                </a:lnTo>
                <a:lnTo>
                  <a:pt x="690578" y="661742"/>
                </a:lnTo>
                <a:lnTo>
                  <a:pt x="712733" y="610942"/>
                </a:lnTo>
                <a:lnTo>
                  <a:pt x="735202" y="572842"/>
                </a:lnTo>
                <a:lnTo>
                  <a:pt x="757983" y="534742"/>
                </a:lnTo>
                <a:lnTo>
                  <a:pt x="781074" y="496642"/>
                </a:lnTo>
                <a:lnTo>
                  <a:pt x="804474" y="458542"/>
                </a:lnTo>
                <a:lnTo>
                  <a:pt x="828181" y="420442"/>
                </a:lnTo>
                <a:lnTo>
                  <a:pt x="852194" y="382342"/>
                </a:lnTo>
                <a:lnTo>
                  <a:pt x="876510" y="344242"/>
                </a:lnTo>
                <a:lnTo>
                  <a:pt x="901128" y="306142"/>
                </a:lnTo>
                <a:lnTo>
                  <a:pt x="926046" y="268042"/>
                </a:lnTo>
                <a:lnTo>
                  <a:pt x="951263" y="229942"/>
                </a:lnTo>
                <a:lnTo>
                  <a:pt x="976776" y="191842"/>
                </a:lnTo>
                <a:lnTo>
                  <a:pt x="1002585" y="166442"/>
                </a:lnTo>
                <a:lnTo>
                  <a:pt x="1028687" y="128342"/>
                </a:lnTo>
                <a:lnTo>
                  <a:pt x="1055081" y="90242"/>
                </a:lnTo>
                <a:lnTo>
                  <a:pt x="1081764" y="52142"/>
                </a:lnTo>
                <a:lnTo>
                  <a:pt x="1108736" y="14042"/>
                </a:lnTo>
                <a:lnTo>
                  <a:pt x="1118783" y="0"/>
                </a:lnTo>
                <a:lnTo>
                  <a:pt x="2393019" y="0"/>
                </a:lnTo>
                <a:lnTo>
                  <a:pt x="2363411" y="27851"/>
                </a:lnTo>
                <a:lnTo>
                  <a:pt x="2326560" y="63301"/>
                </a:lnTo>
                <a:lnTo>
                  <a:pt x="2290132" y="99141"/>
                </a:lnTo>
                <a:lnTo>
                  <a:pt x="2254126" y="135370"/>
                </a:lnTo>
                <a:lnTo>
                  <a:pt x="2218542" y="171988"/>
                </a:lnTo>
                <a:lnTo>
                  <a:pt x="2183381" y="208996"/>
                </a:lnTo>
                <a:lnTo>
                  <a:pt x="2148642" y="246393"/>
                </a:lnTo>
                <a:lnTo>
                  <a:pt x="2114325" y="284179"/>
                </a:lnTo>
                <a:lnTo>
                  <a:pt x="2080430" y="322355"/>
                </a:lnTo>
                <a:lnTo>
                  <a:pt x="2046958" y="360921"/>
                </a:lnTo>
                <a:lnTo>
                  <a:pt x="2013908" y="399875"/>
                </a:lnTo>
                <a:lnTo>
                  <a:pt x="1981280" y="439220"/>
                </a:lnTo>
                <a:lnTo>
                  <a:pt x="1949075" y="478953"/>
                </a:lnTo>
                <a:lnTo>
                  <a:pt x="1917291" y="519076"/>
                </a:lnTo>
                <a:lnTo>
                  <a:pt x="1885931" y="559589"/>
                </a:lnTo>
                <a:lnTo>
                  <a:pt x="1854992" y="600491"/>
                </a:lnTo>
                <a:lnTo>
                  <a:pt x="1824476" y="641782"/>
                </a:lnTo>
                <a:lnTo>
                  <a:pt x="1794381" y="683463"/>
                </a:lnTo>
                <a:lnTo>
                  <a:pt x="1764466" y="725885"/>
                </a:lnTo>
                <a:lnTo>
                  <a:pt x="1735074" y="768574"/>
                </a:lnTo>
                <a:lnTo>
                  <a:pt x="1706206" y="811532"/>
                </a:lnTo>
                <a:lnTo>
                  <a:pt x="1677862" y="854757"/>
                </a:lnTo>
                <a:lnTo>
                  <a:pt x="1650041" y="898250"/>
                </a:lnTo>
                <a:lnTo>
                  <a:pt x="1622744" y="942010"/>
                </a:lnTo>
                <a:lnTo>
                  <a:pt x="1595972" y="986038"/>
                </a:lnTo>
                <a:lnTo>
                  <a:pt x="1569723" y="1030334"/>
                </a:lnTo>
                <a:lnTo>
                  <a:pt x="1543997" y="1074897"/>
                </a:lnTo>
                <a:lnTo>
                  <a:pt x="1518796" y="1119728"/>
                </a:lnTo>
                <a:lnTo>
                  <a:pt x="1494118" y="1164827"/>
                </a:lnTo>
                <a:lnTo>
                  <a:pt x="1469965" y="1210193"/>
                </a:lnTo>
                <a:lnTo>
                  <a:pt x="1446335" y="1255827"/>
                </a:lnTo>
                <a:lnTo>
                  <a:pt x="1423228" y="1301728"/>
                </a:lnTo>
                <a:lnTo>
                  <a:pt x="1400646" y="1347898"/>
                </a:lnTo>
                <a:lnTo>
                  <a:pt x="1378587" y="1394335"/>
                </a:lnTo>
                <a:lnTo>
                  <a:pt x="1357053" y="1441039"/>
                </a:lnTo>
                <a:lnTo>
                  <a:pt x="1336042" y="1488011"/>
                </a:lnTo>
                <a:lnTo>
                  <a:pt x="1315555" y="1535251"/>
                </a:lnTo>
                <a:lnTo>
                  <a:pt x="1295591" y="1582759"/>
                </a:lnTo>
                <a:lnTo>
                  <a:pt x="1276152" y="1630534"/>
                </a:lnTo>
                <a:lnTo>
                  <a:pt x="1257236" y="1678577"/>
                </a:lnTo>
                <a:lnTo>
                  <a:pt x="1238844" y="1726887"/>
                </a:lnTo>
                <a:close/>
              </a:path>
              <a:path w="5497830" h="8815705">
                <a:moveTo>
                  <a:pt x="303280" y="5127632"/>
                </a:moveTo>
                <a:lnTo>
                  <a:pt x="300834" y="5119442"/>
                </a:lnTo>
                <a:lnTo>
                  <a:pt x="286015" y="5081342"/>
                </a:lnTo>
                <a:lnTo>
                  <a:pt x="271548" y="5030542"/>
                </a:lnTo>
                <a:lnTo>
                  <a:pt x="257436" y="4992442"/>
                </a:lnTo>
                <a:lnTo>
                  <a:pt x="243680" y="4954342"/>
                </a:lnTo>
                <a:lnTo>
                  <a:pt x="230282" y="4903542"/>
                </a:lnTo>
                <a:lnTo>
                  <a:pt x="217245" y="4865442"/>
                </a:lnTo>
                <a:lnTo>
                  <a:pt x="204568" y="4814642"/>
                </a:lnTo>
                <a:lnTo>
                  <a:pt x="192255" y="4776542"/>
                </a:lnTo>
                <a:lnTo>
                  <a:pt x="180307" y="4725742"/>
                </a:lnTo>
                <a:lnTo>
                  <a:pt x="168726" y="4687642"/>
                </a:lnTo>
                <a:lnTo>
                  <a:pt x="157513" y="4636842"/>
                </a:lnTo>
                <a:lnTo>
                  <a:pt x="146670" y="4586042"/>
                </a:lnTo>
                <a:lnTo>
                  <a:pt x="136198" y="4547942"/>
                </a:lnTo>
                <a:lnTo>
                  <a:pt x="126100" y="4497142"/>
                </a:lnTo>
                <a:lnTo>
                  <a:pt x="116377" y="4459042"/>
                </a:lnTo>
                <a:lnTo>
                  <a:pt x="107031" y="4408242"/>
                </a:lnTo>
                <a:lnTo>
                  <a:pt x="98064" y="4370142"/>
                </a:lnTo>
                <a:lnTo>
                  <a:pt x="89477" y="4319342"/>
                </a:lnTo>
                <a:lnTo>
                  <a:pt x="81272" y="4268542"/>
                </a:lnTo>
                <a:lnTo>
                  <a:pt x="73450" y="4230442"/>
                </a:lnTo>
                <a:lnTo>
                  <a:pt x="66014" y="4179642"/>
                </a:lnTo>
                <a:lnTo>
                  <a:pt x="59018" y="4129227"/>
                </a:lnTo>
                <a:lnTo>
                  <a:pt x="58965" y="4128842"/>
                </a:lnTo>
                <a:lnTo>
                  <a:pt x="52304" y="4090742"/>
                </a:lnTo>
                <a:lnTo>
                  <a:pt x="46034" y="4039942"/>
                </a:lnTo>
                <a:lnTo>
                  <a:pt x="40157" y="3989142"/>
                </a:lnTo>
                <a:lnTo>
                  <a:pt x="34673" y="3951042"/>
                </a:lnTo>
                <a:lnTo>
                  <a:pt x="29584" y="3900242"/>
                </a:lnTo>
                <a:lnTo>
                  <a:pt x="24893" y="3849442"/>
                </a:lnTo>
                <a:lnTo>
                  <a:pt x="20601" y="3798642"/>
                </a:lnTo>
                <a:lnTo>
                  <a:pt x="16710" y="3760542"/>
                </a:lnTo>
                <a:lnTo>
                  <a:pt x="13221" y="3709742"/>
                </a:lnTo>
                <a:lnTo>
                  <a:pt x="10136" y="3658942"/>
                </a:lnTo>
                <a:lnTo>
                  <a:pt x="7457" y="3608142"/>
                </a:lnTo>
                <a:lnTo>
                  <a:pt x="5185" y="3570042"/>
                </a:lnTo>
                <a:lnTo>
                  <a:pt x="3323" y="3519242"/>
                </a:lnTo>
                <a:lnTo>
                  <a:pt x="1872" y="3468442"/>
                </a:lnTo>
                <a:lnTo>
                  <a:pt x="923" y="3422061"/>
                </a:lnTo>
                <a:lnTo>
                  <a:pt x="833" y="3417642"/>
                </a:lnTo>
                <a:lnTo>
                  <a:pt x="208" y="3379542"/>
                </a:lnTo>
                <a:lnTo>
                  <a:pt x="0" y="3328742"/>
                </a:lnTo>
                <a:lnTo>
                  <a:pt x="208" y="3277942"/>
                </a:lnTo>
                <a:lnTo>
                  <a:pt x="833" y="3227142"/>
                </a:lnTo>
                <a:lnTo>
                  <a:pt x="1872" y="3176342"/>
                </a:lnTo>
                <a:lnTo>
                  <a:pt x="3323" y="3138242"/>
                </a:lnTo>
                <a:lnTo>
                  <a:pt x="5185" y="3087442"/>
                </a:lnTo>
                <a:lnTo>
                  <a:pt x="7457" y="3036642"/>
                </a:lnTo>
                <a:lnTo>
                  <a:pt x="10136" y="2985842"/>
                </a:lnTo>
                <a:lnTo>
                  <a:pt x="13221" y="2935042"/>
                </a:lnTo>
                <a:lnTo>
                  <a:pt x="16710" y="2896942"/>
                </a:lnTo>
                <a:lnTo>
                  <a:pt x="20601" y="2846142"/>
                </a:lnTo>
                <a:lnTo>
                  <a:pt x="24893" y="2795342"/>
                </a:lnTo>
                <a:lnTo>
                  <a:pt x="29584" y="2757242"/>
                </a:lnTo>
                <a:lnTo>
                  <a:pt x="34673" y="2706442"/>
                </a:lnTo>
                <a:lnTo>
                  <a:pt x="40157" y="2655642"/>
                </a:lnTo>
                <a:lnTo>
                  <a:pt x="46034" y="2604842"/>
                </a:lnTo>
                <a:lnTo>
                  <a:pt x="52304" y="2566742"/>
                </a:lnTo>
                <a:lnTo>
                  <a:pt x="58965" y="2515942"/>
                </a:lnTo>
                <a:lnTo>
                  <a:pt x="66014" y="2465142"/>
                </a:lnTo>
                <a:lnTo>
                  <a:pt x="73450" y="2427042"/>
                </a:lnTo>
                <a:lnTo>
                  <a:pt x="81272" y="2376242"/>
                </a:lnTo>
                <a:lnTo>
                  <a:pt x="89477" y="2338142"/>
                </a:lnTo>
                <a:lnTo>
                  <a:pt x="94274" y="2309761"/>
                </a:lnTo>
                <a:lnTo>
                  <a:pt x="1028835" y="2483314"/>
                </a:lnTo>
                <a:lnTo>
                  <a:pt x="1020094" y="2531852"/>
                </a:lnTo>
                <a:lnTo>
                  <a:pt x="1011882" y="2580470"/>
                </a:lnTo>
                <a:lnTo>
                  <a:pt x="1004200" y="2629166"/>
                </a:lnTo>
                <a:lnTo>
                  <a:pt x="997048" y="2677942"/>
                </a:lnTo>
                <a:lnTo>
                  <a:pt x="990425" y="2726797"/>
                </a:lnTo>
                <a:lnTo>
                  <a:pt x="984333" y="2775730"/>
                </a:lnTo>
                <a:lnTo>
                  <a:pt x="978770" y="2824743"/>
                </a:lnTo>
                <a:lnTo>
                  <a:pt x="973737" y="2873835"/>
                </a:lnTo>
                <a:lnTo>
                  <a:pt x="969234" y="2923005"/>
                </a:lnTo>
                <a:lnTo>
                  <a:pt x="965260" y="2972255"/>
                </a:lnTo>
                <a:lnTo>
                  <a:pt x="961816" y="3021584"/>
                </a:lnTo>
                <a:lnTo>
                  <a:pt x="958903" y="3070992"/>
                </a:lnTo>
                <a:lnTo>
                  <a:pt x="956519" y="3120479"/>
                </a:lnTo>
                <a:lnTo>
                  <a:pt x="954664" y="3170045"/>
                </a:lnTo>
                <a:lnTo>
                  <a:pt x="953340" y="3219690"/>
                </a:lnTo>
                <a:lnTo>
                  <a:pt x="952545" y="3269414"/>
                </a:lnTo>
                <a:lnTo>
                  <a:pt x="952280" y="3319217"/>
                </a:lnTo>
                <a:lnTo>
                  <a:pt x="952560" y="3370696"/>
                </a:lnTo>
                <a:lnTo>
                  <a:pt x="953325" y="3417642"/>
                </a:lnTo>
                <a:lnTo>
                  <a:pt x="953397" y="3422061"/>
                </a:lnTo>
                <a:lnTo>
                  <a:pt x="954794" y="3473312"/>
                </a:lnTo>
                <a:lnTo>
                  <a:pt x="956749" y="3524449"/>
                </a:lnTo>
                <a:lnTo>
                  <a:pt x="959263" y="3575473"/>
                </a:lnTo>
                <a:lnTo>
                  <a:pt x="962335" y="3626383"/>
                </a:lnTo>
                <a:lnTo>
                  <a:pt x="965966" y="3677180"/>
                </a:lnTo>
                <a:lnTo>
                  <a:pt x="970155" y="3727862"/>
                </a:lnTo>
                <a:lnTo>
                  <a:pt x="974903" y="3778431"/>
                </a:lnTo>
                <a:lnTo>
                  <a:pt x="980210" y="3828886"/>
                </a:lnTo>
                <a:lnTo>
                  <a:pt x="986075" y="3879227"/>
                </a:lnTo>
                <a:lnTo>
                  <a:pt x="992499" y="3929455"/>
                </a:lnTo>
                <a:lnTo>
                  <a:pt x="999481" y="3979568"/>
                </a:lnTo>
                <a:lnTo>
                  <a:pt x="1007022" y="4029568"/>
                </a:lnTo>
                <a:lnTo>
                  <a:pt x="1015122" y="4079455"/>
                </a:lnTo>
                <a:lnTo>
                  <a:pt x="1023713" y="4128842"/>
                </a:lnTo>
                <a:lnTo>
                  <a:pt x="1032997" y="4178886"/>
                </a:lnTo>
                <a:lnTo>
                  <a:pt x="1042773" y="4228431"/>
                </a:lnTo>
                <a:lnTo>
                  <a:pt x="1053107" y="4277862"/>
                </a:lnTo>
                <a:lnTo>
                  <a:pt x="1063999" y="4327180"/>
                </a:lnTo>
                <a:lnTo>
                  <a:pt x="1075450" y="4376384"/>
                </a:lnTo>
                <a:lnTo>
                  <a:pt x="1087460" y="4425474"/>
                </a:lnTo>
                <a:lnTo>
                  <a:pt x="1100028" y="4474450"/>
                </a:lnTo>
                <a:lnTo>
                  <a:pt x="1113155" y="4523313"/>
                </a:lnTo>
                <a:lnTo>
                  <a:pt x="1126841" y="4572062"/>
                </a:lnTo>
                <a:lnTo>
                  <a:pt x="1141085" y="4620697"/>
                </a:lnTo>
                <a:lnTo>
                  <a:pt x="1155888" y="4669218"/>
                </a:lnTo>
                <a:lnTo>
                  <a:pt x="1171249" y="4717626"/>
                </a:lnTo>
                <a:lnTo>
                  <a:pt x="1187169" y="4765919"/>
                </a:lnTo>
                <a:lnTo>
                  <a:pt x="1203648" y="4814100"/>
                </a:lnTo>
                <a:lnTo>
                  <a:pt x="303280" y="5127632"/>
                </a:lnTo>
                <a:close/>
              </a:path>
              <a:path w="5497830" h="8815705">
                <a:moveTo>
                  <a:pt x="2655215" y="8030148"/>
                </a:moveTo>
                <a:lnTo>
                  <a:pt x="2555062" y="7964242"/>
                </a:lnTo>
                <a:lnTo>
                  <a:pt x="2517091" y="7938842"/>
                </a:lnTo>
                <a:lnTo>
                  <a:pt x="2479333" y="7926142"/>
                </a:lnTo>
                <a:lnTo>
                  <a:pt x="2330471" y="7824542"/>
                </a:lnTo>
                <a:lnTo>
                  <a:pt x="2293806" y="7799142"/>
                </a:lnTo>
                <a:lnTo>
                  <a:pt x="2257364" y="7761042"/>
                </a:lnTo>
                <a:lnTo>
                  <a:pt x="2113867" y="7659442"/>
                </a:lnTo>
                <a:lnTo>
                  <a:pt x="2078569" y="7634042"/>
                </a:lnTo>
                <a:lnTo>
                  <a:pt x="2043505" y="7595942"/>
                </a:lnTo>
                <a:lnTo>
                  <a:pt x="1939732" y="7519742"/>
                </a:lnTo>
                <a:lnTo>
                  <a:pt x="1905620" y="7481642"/>
                </a:lnTo>
                <a:lnTo>
                  <a:pt x="1838124" y="7430842"/>
                </a:lnTo>
                <a:lnTo>
                  <a:pt x="1804744" y="7392742"/>
                </a:lnTo>
                <a:lnTo>
                  <a:pt x="1738728" y="7341942"/>
                </a:lnTo>
                <a:lnTo>
                  <a:pt x="1706095" y="7303842"/>
                </a:lnTo>
                <a:lnTo>
                  <a:pt x="1673715" y="7278442"/>
                </a:lnTo>
                <a:lnTo>
                  <a:pt x="1641589" y="7240342"/>
                </a:lnTo>
                <a:lnTo>
                  <a:pt x="1609719" y="7214942"/>
                </a:lnTo>
                <a:lnTo>
                  <a:pt x="1578106" y="7176842"/>
                </a:lnTo>
                <a:lnTo>
                  <a:pt x="1546753" y="7151442"/>
                </a:lnTo>
                <a:lnTo>
                  <a:pt x="1515661" y="7113342"/>
                </a:lnTo>
                <a:lnTo>
                  <a:pt x="1484832" y="7087942"/>
                </a:lnTo>
                <a:lnTo>
                  <a:pt x="1454267" y="7049842"/>
                </a:lnTo>
                <a:lnTo>
                  <a:pt x="1423969" y="7011742"/>
                </a:lnTo>
                <a:lnTo>
                  <a:pt x="1393938" y="6986342"/>
                </a:lnTo>
                <a:lnTo>
                  <a:pt x="1364177" y="6948242"/>
                </a:lnTo>
                <a:lnTo>
                  <a:pt x="1334687" y="6910142"/>
                </a:lnTo>
                <a:lnTo>
                  <a:pt x="1305469" y="6884742"/>
                </a:lnTo>
                <a:lnTo>
                  <a:pt x="1276527" y="6846642"/>
                </a:lnTo>
                <a:lnTo>
                  <a:pt x="1247861" y="6808542"/>
                </a:lnTo>
                <a:lnTo>
                  <a:pt x="1219473" y="6783142"/>
                </a:lnTo>
                <a:lnTo>
                  <a:pt x="1191365" y="6745042"/>
                </a:lnTo>
                <a:lnTo>
                  <a:pt x="1163538" y="6706942"/>
                </a:lnTo>
                <a:lnTo>
                  <a:pt x="1135995" y="6668842"/>
                </a:lnTo>
                <a:lnTo>
                  <a:pt x="1108736" y="6630742"/>
                </a:lnTo>
                <a:lnTo>
                  <a:pt x="1081764" y="6605342"/>
                </a:lnTo>
                <a:lnTo>
                  <a:pt x="1055081" y="6567242"/>
                </a:lnTo>
                <a:lnTo>
                  <a:pt x="1028687" y="6529142"/>
                </a:lnTo>
                <a:lnTo>
                  <a:pt x="1002585" y="6491042"/>
                </a:lnTo>
                <a:lnTo>
                  <a:pt x="976776" y="6452942"/>
                </a:lnTo>
                <a:lnTo>
                  <a:pt x="951263" y="6414842"/>
                </a:lnTo>
                <a:lnTo>
                  <a:pt x="926046" y="6376742"/>
                </a:lnTo>
                <a:lnTo>
                  <a:pt x="901128" y="6338642"/>
                </a:lnTo>
                <a:lnTo>
                  <a:pt x="876510" y="6300542"/>
                </a:lnTo>
                <a:lnTo>
                  <a:pt x="852194" y="6262442"/>
                </a:lnTo>
                <a:lnTo>
                  <a:pt x="828181" y="6224342"/>
                </a:lnTo>
                <a:lnTo>
                  <a:pt x="804474" y="6186242"/>
                </a:lnTo>
                <a:lnTo>
                  <a:pt x="781074" y="6148142"/>
                </a:lnTo>
                <a:lnTo>
                  <a:pt x="757983" y="6110042"/>
                </a:lnTo>
                <a:lnTo>
                  <a:pt x="735202" y="6071942"/>
                </a:lnTo>
                <a:lnTo>
                  <a:pt x="712733" y="6033842"/>
                </a:lnTo>
                <a:lnTo>
                  <a:pt x="691035" y="5996528"/>
                </a:lnTo>
                <a:lnTo>
                  <a:pt x="1525557" y="5530531"/>
                </a:lnTo>
                <a:lnTo>
                  <a:pt x="1550953" y="5575420"/>
                </a:lnTo>
                <a:lnTo>
                  <a:pt x="1576820" y="5619968"/>
                </a:lnTo>
                <a:lnTo>
                  <a:pt x="1603158" y="5664176"/>
                </a:lnTo>
                <a:lnTo>
                  <a:pt x="1629967" y="5708043"/>
                </a:lnTo>
                <a:lnTo>
                  <a:pt x="1657246" y="5751569"/>
                </a:lnTo>
                <a:lnTo>
                  <a:pt x="1684996" y="5794756"/>
                </a:lnTo>
                <a:lnTo>
                  <a:pt x="1713217" y="5837601"/>
                </a:lnTo>
                <a:lnTo>
                  <a:pt x="1741909" y="5880107"/>
                </a:lnTo>
                <a:lnTo>
                  <a:pt x="1771071" y="5922271"/>
                </a:lnTo>
                <a:lnTo>
                  <a:pt x="1800704" y="5964096"/>
                </a:lnTo>
                <a:lnTo>
                  <a:pt x="1830808" y="6005580"/>
                </a:lnTo>
                <a:lnTo>
                  <a:pt x="1861383" y="6046723"/>
                </a:lnTo>
                <a:lnTo>
                  <a:pt x="1892429" y="6087526"/>
                </a:lnTo>
                <a:lnTo>
                  <a:pt x="1923945" y="6127988"/>
                </a:lnTo>
                <a:lnTo>
                  <a:pt x="1955932" y="6168110"/>
                </a:lnTo>
                <a:lnTo>
                  <a:pt x="1988390" y="6207891"/>
                </a:lnTo>
                <a:lnTo>
                  <a:pt x="2021319" y="6247332"/>
                </a:lnTo>
                <a:lnTo>
                  <a:pt x="2054719" y="6286432"/>
                </a:lnTo>
                <a:lnTo>
                  <a:pt x="2088589" y="6325192"/>
                </a:lnTo>
                <a:lnTo>
                  <a:pt x="2122930" y="6363612"/>
                </a:lnTo>
                <a:lnTo>
                  <a:pt x="2157742" y="6401691"/>
                </a:lnTo>
                <a:lnTo>
                  <a:pt x="2193025" y="6439429"/>
                </a:lnTo>
                <a:lnTo>
                  <a:pt x="2228778" y="6476827"/>
                </a:lnTo>
                <a:lnTo>
                  <a:pt x="2264909" y="6513789"/>
                </a:lnTo>
                <a:lnTo>
                  <a:pt x="2301397" y="6550294"/>
                </a:lnTo>
                <a:lnTo>
                  <a:pt x="2338241" y="6586343"/>
                </a:lnTo>
                <a:lnTo>
                  <a:pt x="2375442" y="6621934"/>
                </a:lnTo>
                <a:lnTo>
                  <a:pt x="2412999" y="6657068"/>
                </a:lnTo>
                <a:lnTo>
                  <a:pt x="2450913" y="6691746"/>
                </a:lnTo>
                <a:lnTo>
                  <a:pt x="2489184" y="6725967"/>
                </a:lnTo>
                <a:lnTo>
                  <a:pt x="2527811" y="6759731"/>
                </a:lnTo>
                <a:lnTo>
                  <a:pt x="2566795" y="6793038"/>
                </a:lnTo>
                <a:lnTo>
                  <a:pt x="2606135" y="6825888"/>
                </a:lnTo>
                <a:lnTo>
                  <a:pt x="2645832" y="6858281"/>
                </a:lnTo>
                <a:lnTo>
                  <a:pt x="2685885" y="6890217"/>
                </a:lnTo>
                <a:lnTo>
                  <a:pt x="2726295" y="6921697"/>
                </a:lnTo>
                <a:lnTo>
                  <a:pt x="2767062" y="6952719"/>
                </a:lnTo>
                <a:lnTo>
                  <a:pt x="2808185" y="6983285"/>
                </a:lnTo>
                <a:lnTo>
                  <a:pt x="2849665" y="7013394"/>
                </a:lnTo>
                <a:lnTo>
                  <a:pt x="2891501" y="7043046"/>
                </a:lnTo>
                <a:lnTo>
                  <a:pt x="2933694" y="7072241"/>
                </a:lnTo>
                <a:lnTo>
                  <a:pt x="2976243" y="7100979"/>
                </a:lnTo>
                <a:lnTo>
                  <a:pt x="3019149" y="7129260"/>
                </a:lnTo>
                <a:lnTo>
                  <a:pt x="3062411" y="7157084"/>
                </a:lnTo>
                <a:lnTo>
                  <a:pt x="3106030" y="7184452"/>
                </a:lnTo>
                <a:lnTo>
                  <a:pt x="3150006" y="7211362"/>
                </a:lnTo>
                <a:lnTo>
                  <a:pt x="2655215" y="8030148"/>
                </a:lnTo>
                <a:close/>
              </a:path>
            </a:pathLst>
          </a:custGeom>
          <a:solidFill>
            <a:srgbClr val="FD6120">
              <a:alpha val="1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6371" rIns="0" bIns="0" rtlCol="0" vert="horz">
            <a:spAutoFit/>
          </a:bodyPr>
          <a:lstStyle/>
          <a:p>
            <a:pPr marL="772795">
              <a:lnSpc>
                <a:spcPct val="100000"/>
              </a:lnSpc>
              <a:spcBef>
                <a:spcPts val="100"/>
              </a:spcBef>
            </a:pPr>
            <a:r>
              <a:rPr dirty="0"/>
              <a:t>Disadvantages</a:t>
            </a:r>
            <a:r>
              <a:rPr dirty="0" spc="240"/>
              <a:t> </a:t>
            </a:r>
            <a:r>
              <a:rPr dirty="0" spc="135"/>
              <a:t>of</a:t>
            </a:r>
            <a:r>
              <a:rPr dirty="0" spc="240"/>
              <a:t> </a:t>
            </a:r>
            <a:r>
              <a:rPr dirty="0"/>
              <a:t>Existing</a:t>
            </a:r>
            <a:r>
              <a:rPr dirty="0" spc="240"/>
              <a:t> </a:t>
            </a:r>
            <a:r>
              <a:rPr dirty="0" spc="-10"/>
              <a:t>System</a:t>
            </a:r>
          </a:p>
        </p:txBody>
      </p:sp>
      <p:sp>
        <p:nvSpPr>
          <p:cNvPr id="26" name="object 26" descr=""/>
          <p:cNvSpPr/>
          <p:nvPr/>
        </p:nvSpPr>
        <p:spPr>
          <a:xfrm>
            <a:off x="951543" y="92444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154163" y="103880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951543" y="15635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128118" y="167786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951543" y="220255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126630" y="231691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951543" y="71246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077070" y="6599908"/>
            <a:ext cx="257175" cy="2202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dirty="0" sz="1700" spc="-3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16313641" y="910464"/>
            <a:ext cx="942975" cy="236220"/>
          </a:xfrm>
          <a:custGeom>
            <a:avLst/>
            <a:gdLst/>
            <a:ahLst/>
            <a:cxnLst/>
            <a:rect l="l" t="t" r="r" b="b"/>
            <a:pathLst>
              <a:path w="942975" h="236219">
                <a:moveTo>
                  <a:pt x="117816" y="235632"/>
                </a:moveTo>
                <a:lnTo>
                  <a:pt x="71946" y="226377"/>
                </a:lnTo>
                <a:lnTo>
                  <a:pt x="34498" y="201134"/>
                </a:lnTo>
                <a:lnTo>
                  <a:pt x="9255" y="163686"/>
                </a:lnTo>
                <a:lnTo>
                  <a:pt x="0" y="117816"/>
                </a:lnTo>
                <a:lnTo>
                  <a:pt x="9255" y="71946"/>
                </a:lnTo>
                <a:lnTo>
                  <a:pt x="34498" y="34498"/>
                </a:lnTo>
                <a:lnTo>
                  <a:pt x="71946" y="9255"/>
                </a:lnTo>
                <a:lnTo>
                  <a:pt x="117816" y="0"/>
                </a:lnTo>
                <a:lnTo>
                  <a:pt x="163686" y="9255"/>
                </a:lnTo>
                <a:lnTo>
                  <a:pt x="201134" y="34498"/>
                </a:lnTo>
                <a:lnTo>
                  <a:pt x="226377" y="71946"/>
                </a:lnTo>
                <a:lnTo>
                  <a:pt x="235632" y="117816"/>
                </a:lnTo>
                <a:lnTo>
                  <a:pt x="226377" y="163686"/>
                </a:lnTo>
                <a:lnTo>
                  <a:pt x="201134" y="201134"/>
                </a:lnTo>
                <a:lnTo>
                  <a:pt x="163686" y="226377"/>
                </a:lnTo>
                <a:lnTo>
                  <a:pt x="117816" y="235632"/>
                </a:lnTo>
                <a:close/>
              </a:path>
              <a:path w="942975" h="236219">
                <a:moveTo>
                  <a:pt x="824713" y="235632"/>
                </a:moveTo>
                <a:lnTo>
                  <a:pt x="778843" y="226377"/>
                </a:lnTo>
                <a:lnTo>
                  <a:pt x="741395" y="201134"/>
                </a:lnTo>
                <a:lnTo>
                  <a:pt x="716152" y="163686"/>
                </a:lnTo>
                <a:lnTo>
                  <a:pt x="706897" y="117816"/>
                </a:lnTo>
                <a:lnTo>
                  <a:pt x="716152" y="71946"/>
                </a:lnTo>
                <a:lnTo>
                  <a:pt x="741395" y="34498"/>
                </a:lnTo>
                <a:lnTo>
                  <a:pt x="778843" y="9255"/>
                </a:lnTo>
                <a:lnTo>
                  <a:pt x="824713" y="0"/>
                </a:lnTo>
                <a:lnTo>
                  <a:pt x="870583" y="9255"/>
                </a:lnTo>
                <a:lnTo>
                  <a:pt x="908031" y="34498"/>
                </a:lnTo>
                <a:lnTo>
                  <a:pt x="933274" y="71946"/>
                </a:lnTo>
                <a:lnTo>
                  <a:pt x="942529" y="117816"/>
                </a:lnTo>
                <a:lnTo>
                  <a:pt x="933274" y="163686"/>
                </a:lnTo>
                <a:lnTo>
                  <a:pt x="908031" y="201134"/>
                </a:lnTo>
                <a:lnTo>
                  <a:pt x="870583" y="226377"/>
                </a:lnTo>
                <a:lnTo>
                  <a:pt x="824713" y="235632"/>
                </a:lnTo>
                <a:close/>
              </a:path>
              <a:path w="942975" h="236219">
                <a:moveTo>
                  <a:pt x="471264" y="235632"/>
                </a:moveTo>
                <a:lnTo>
                  <a:pt x="425394" y="226377"/>
                </a:lnTo>
                <a:lnTo>
                  <a:pt x="387946" y="201134"/>
                </a:lnTo>
                <a:lnTo>
                  <a:pt x="362703" y="163686"/>
                </a:lnTo>
                <a:lnTo>
                  <a:pt x="353448" y="117816"/>
                </a:lnTo>
                <a:lnTo>
                  <a:pt x="362703" y="71946"/>
                </a:lnTo>
                <a:lnTo>
                  <a:pt x="387946" y="34498"/>
                </a:lnTo>
                <a:lnTo>
                  <a:pt x="425394" y="9255"/>
                </a:lnTo>
                <a:lnTo>
                  <a:pt x="471264" y="0"/>
                </a:lnTo>
                <a:lnTo>
                  <a:pt x="517134" y="9255"/>
                </a:lnTo>
                <a:lnTo>
                  <a:pt x="554583" y="34498"/>
                </a:lnTo>
                <a:lnTo>
                  <a:pt x="579826" y="71946"/>
                </a:lnTo>
                <a:lnTo>
                  <a:pt x="589081" y="117816"/>
                </a:lnTo>
                <a:lnTo>
                  <a:pt x="579826" y="163686"/>
                </a:lnTo>
                <a:lnTo>
                  <a:pt x="554583" y="201134"/>
                </a:lnTo>
                <a:lnTo>
                  <a:pt x="517134" y="226377"/>
                </a:lnTo>
                <a:lnTo>
                  <a:pt x="471264" y="23563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9356" y="411972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2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0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0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81823" y="4383341"/>
            <a:ext cx="2476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15">
                <a:solidFill>
                  <a:srgbClr val="FFFEFE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1543" y="840271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51543" y="71246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077070" y="7238963"/>
            <a:ext cx="2571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77774" y="90417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51543" y="776365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89572" y="7878019"/>
            <a:ext cx="232410" cy="92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8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7774" y="520743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4647" y="5321797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51543" y="34806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26779" y="3595029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46739" y="894362"/>
            <a:ext cx="4672965" cy="2692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7500" spc="145"/>
              <a:t>Proposed </a:t>
            </a:r>
            <a:r>
              <a:rPr dirty="0" sz="7500" spc="-10"/>
              <a:t>System</a:t>
            </a:r>
            <a:endParaRPr sz="7500"/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614" y="4633154"/>
            <a:ext cx="95250" cy="9524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3364810" y="4458529"/>
            <a:ext cx="10544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Uses</a:t>
            </a:r>
            <a:r>
              <a:rPr dirty="0" sz="2400" spc="16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181818"/>
                </a:solidFill>
                <a:latin typeface="Tahoma"/>
                <a:cs typeface="Tahoma"/>
              </a:rPr>
              <a:t>real-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time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face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recognition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to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detect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recognize</a:t>
            </a:r>
            <a:r>
              <a:rPr dirty="0" sz="2400" spc="1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individuals.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614" y="5471354"/>
            <a:ext cx="95250" cy="9524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3364810" y="5296729"/>
            <a:ext cx="7616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Automatically</a:t>
            </a:r>
            <a:r>
              <a:rPr dirty="0" sz="2400" spc="11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updates</a:t>
            </a:r>
            <a:r>
              <a:rPr dirty="0" sz="2400" spc="11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attendance</a:t>
            </a:r>
            <a:r>
              <a:rPr dirty="0" sz="2400" spc="11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in</a:t>
            </a:r>
            <a:r>
              <a:rPr dirty="0" sz="2400" spc="11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</a:t>
            </a:r>
            <a:r>
              <a:rPr dirty="0" sz="2400" spc="114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database.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614" y="6309554"/>
            <a:ext cx="95250" cy="9524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3364810" y="6134929"/>
            <a:ext cx="7354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Ensures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single-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entry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per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day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using</a:t>
            </a:r>
            <a:r>
              <a:rPr dirty="0" sz="2400" spc="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timestamps.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614" y="7147754"/>
            <a:ext cx="95250" cy="9524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3364810" y="6973129"/>
            <a:ext cx="9032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Provides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logs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for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admin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to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verify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who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attended</a:t>
            </a:r>
            <a:r>
              <a:rPr dirty="0" sz="2400" spc="10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11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when.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951543" y="584649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124844" y="5960853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951543" y="648554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122909" y="6599908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1051008" y="-514231"/>
            <a:ext cx="7751445" cy="11315700"/>
            <a:chOff x="11051008" y="-514231"/>
            <a:chExt cx="7751445" cy="11315700"/>
          </a:xfrm>
        </p:grpSpPr>
        <p:sp>
          <p:nvSpPr>
            <p:cNvPr id="28" name="object 28" descr=""/>
            <p:cNvSpPr/>
            <p:nvPr/>
          </p:nvSpPr>
          <p:spPr>
            <a:xfrm>
              <a:off x="11607795" y="0"/>
              <a:ext cx="6680200" cy="4651375"/>
            </a:xfrm>
            <a:custGeom>
              <a:avLst/>
              <a:gdLst/>
              <a:ahLst/>
              <a:cxnLst/>
              <a:rect l="l" t="t" r="r" b="b"/>
              <a:pathLst>
                <a:path w="6680200" h="4651375">
                  <a:moveTo>
                    <a:pt x="6680204" y="4651003"/>
                  </a:moveTo>
                  <a:lnTo>
                    <a:pt x="2706038" y="4651003"/>
                  </a:lnTo>
                  <a:lnTo>
                    <a:pt x="0" y="0"/>
                  </a:lnTo>
                  <a:lnTo>
                    <a:pt x="6680204" y="0"/>
                  </a:lnTo>
                  <a:lnTo>
                    <a:pt x="6680204" y="4651003"/>
                  </a:lnTo>
                  <a:close/>
                </a:path>
              </a:pathLst>
            </a:custGeom>
            <a:solidFill>
              <a:srgbClr val="FD612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608517" y="0"/>
              <a:ext cx="6679565" cy="4648835"/>
            </a:xfrm>
            <a:custGeom>
              <a:avLst/>
              <a:gdLst/>
              <a:ahLst/>
              <a:cxnLst/>
              <a:rect l="l" t="t" r="r" b="b"/>
              <a:pathLst>
                <a:path w="6679565" h="4648835">
                  <a:moveTo>
                    <a:pt x="6679482" y="4648700"/>
                  </a:moveTo>
                  <a:lnTo>
                    <a:pt x="2704698" y="4648700"/>
                  </a:lnTo>
                  <a:lnTo>
                    <a:pt x="0" y="0"/>
                  </a:lnTo>
                </a:path>
              </a:pathLst>
            </a:custGeom>
            <a:ln w="1028463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565227" y="5562833"/>
              <a:ext cx="6723380" cy="4724400"/>
            </a:xfrm>
            <a:custGeom>
              <a:avLst/>
              <a:gdLst/>
              <a:ahLst/>
              <a:cxnLst/>
              <a:rect l="l" t="t" r="r" b="b"/>
              <a:pathLst>
                <a:path w="6723380" h="4724400">
                  <a:moveTo>
                    <a:pt x="6722772" y="4724166"/>
                  </a:moveTo>
                  <a:lnTo>
                    <a:pt x="0" y="4724166"/>
                  </a:lnTo>
                  <a:lnTo>
                    <a:pt x="2748606" y="0"/>
                  </a:lnTo>
                  <a:lnTo>
                    <a:pt x="6722772" y="0"/>
                  </a:lnTo>
                  <a:lnTo>
                    <a:pt x="6722772" y="4724166"/>
                  </a:lnTo>
                  <a:close/>
                </a:path>
              </a:pathLst>
            </a:custGeom>
            <a:solidFill>
              <a:srgbClr val="FD612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565240" y="5562833"/>
              <a:ext cx="6723380" cy="4724400"/>
            </a:xfrm>
            <a:custGeom>
              <a:avLst/>
              <a:gdLst/>
              <a:ahLst/>
              <a:cxnLst/>
              <a:rect l="l" t="t" r="r" b="b"/>
              <a:pathLst>
                <a:path w="6723380" h="4724400">
                  <a:moveTo>
                    <a:pt x="709" y="4724166"/>
                  </a:moveTo>
                  <a:lnTo>
                    <a:pt x="0" y="4722992"/>
                  </a:lnTo>
                  <a:lnTo>
                    <a:pt x="2747975" y="0"/>
                  </a:lnTo>
                  <a:lnTo>
                    <a:pt x="6722759" y="0"/>
                  </a:lnTo>
                </a:path>
              </a:pathLst>
            </a:custGeom>
            <a:ln w="1028463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313641" y="910464"/>
              <a:ext cx="942975" cy="236220"/>
            </a:xfrm>
            <a:custGeom>
              <a:avLst/>
              <a:gdLst/>
              <a:ahLst/>
              <a:cxnLst/>
              <a:rect l="l" t="t" r="r" b="b"/>
              <a:pathLst>
                <a:path w="942975" h="236219">
                  <a:moveTo>
                    <a:pt x="117816" y="235632"/>
                  </a:moveTo>
                  <a:lnTo>
                    <a:pt x="71946" y="226377"/>
                  </a:lnTo>
                  <a:lnTo>
                    <a:pt x="34498" y="201134"/>
                  </a:lnTo>
                  <a:lnTo>
                    <a:pt x="9255" y="163686"/>
                  </a:lnTo>
                  <a:lnTo>
                    <a:pt x="0" y="117816"/>
                  </a:lnTo>
                  <a:lnTo>
                    <a:pt x="9255" y="71946"/>
                  </a:lnTo>
                  <a:lnTo>
                    <a:pt x="34498" y="34498"/>
                  </a:lnTo>
                  <a:lnTo>
                    <a:pt x="71946" y="9255"/>
                  </a:lnTo>
                  <a:lnTo>
                    <a:pt x="117816" y="0"/>
                  </a:lnTo>
                  <a:lnTo>
                    <a:pt x="163686" y="9255"/>
                  </a:lnTo>
                  <a:lnTo>
                    <a:pt x="201134" y="34498"/>
                  </a:lnTo>
                  <a:lnTo>
                    <a:pt x="226377" y="71946"/>
                  </a:lnTo>
                  <a:lnTo>
                    <a:pt x="235632" y="117816"/>
                  </a:lnTo>
                  <a:lnTo>
                    <a:pt x="226377" y="163686"/>
                  </a:lnTo>
                  <a:lnTo>
                    <a:pt x="201134" y="201134"/>
                  </a:lnTo>
                  <a:lnTo>
                    <a:pt x="163686" y="226377"/>
                  </a:lnTo>
                  <a:lnTo>
                    <a:pt x="117816" y="235632"/>
                  </a:lnTo>
                  <a:close/>
                </a:path>
                <a:path w="942975" h="236219">
                  <a:moveTo>
                    <a:pt x="824713" y="235632"/>
                  </a:moveTo>
                  <a:lnTo>
                    <a:pt x="778843" y="226377"/>
                  </a:lnTo>
                  <a:lnTo>
                    <a:pt x="741395" y="201134"/>
                  </a:lnTo>
                  <a:lnTo>
                    <a:pt x="716152" y="163686"/>
                  </a:lnTo>
                  <a:lnTo>
                    <a:pt x="706897" y="117816"/>
                  </a:lnTo>
                  <a:lnTo>
                    <a:pt x="716152" y="71946"/>
                  </a:lnTo>
                  <a:lnTo>
                    <a:pt x="741395" y="34498"/>
                  </a:lnTo>
                  <a:lnTo>
                    <a:pt x="778843" y="9255"/>
                  </a:lnTo>
                  <a:lnTo>
                    <a:pt x="824713" y="0"/>
                  </a:lnTo>
                  <a:lnTo>
                    <a:pt x="870583" y="9255"/>
                  </a:lnTo>
                  <a:lnTo>
                    <a:pt x="908031" y="34498"/>
                  </a:lnTo>
                  <a:lnTo>
                    <a:pt x="933274" y="71946"/>
                  </a:lnTo>
                  <a:lnTo>
                    <a:pt x="942529" y="117816"/>
                  </a:lnTo>
                  <a:lnTo>
                    <a:pt x="933274" y="163686"/>
                  </a:lnTo>
                  <a:lnTo>
                    <a:pt x="908031" y="201134"/>
                  </a:lnTo>
                  <a:lnTo>
                    <a:pt x="870583" y="226377"/>
                  </a:lnTo>
                  <a:lnTo>
                    <a:pt x="824713" y="235632"/>
                  </a:lnTo>
                  <a:close/>
                </a:path>
                <a:path w="942975" h="236219">
                  <a:moveTo>
                    <a:pt x="471264" y="235632"/>
                  </a:moveTo>
                  <a:lnTo>
                    <a:pt x="425394" y="226377"/>
                  </a:lnTo>
                  <a:lnTo>
                    <a:pt x="387946" y="201134"/>
                  </a:lnTo>
                  <a:lnTo>
                    <a:pt x="362703" y="163686"/>
                  </a:lnTo>
                  <a:lnTo>
                    <a:pt x="353448" y="117816"/>
                  </a:lnTo>
                  <a:lnTo>
                    <a:pt x="362703" y="71946"/>
                  </a:lnTo>
                  <a:lnTo>
                    <a:pt x="387946" y="34498"/>
                  </a:lnTo>
                  <a:lnTo>
                    <a:pt x="425394" y="9255"/>
                  </a:lnTo>
                  <a:lnTo>
                    <a:pt x="471264" y="0"/>
                  </a:lnTo>
                  <a:lnTo>
                    <a:pt x="517134" y="9255"/>
                  </a:lnTo>
                  <a:lnTo>
                    <a:pt x="554583" y="34498"/>
                  </a:lnTo>
                  <a:lnTo>
                    <a:pt x="579826" y="71946"/>
                  </a:lnTo>
                  <a:lnTo>
                    <a:pt x="589081" y="117816"/>
                  </a:lnTo>
                  <a:lnTo>
                    <a:pt x="579826" y="163686"/>
                  </a:lnTo>
                  <a:lnTo>
                    <a:pt x="554583" y="201134"/>
                  </a:lnTo>
                  <a:lnTo>
                    <a:pt x="517134" y="226377"/>
                  </a:lnTo>
                  <a:lnTo>
                    <a:pt x="471264" y="235632"/>
                  </a:lnTo>
                  <a:close/>
                </a:path>
              </a:pathLst>
            </a:custGeom>
            <a:solidFill>
              <a:srgbClr val="FD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/>
          <p:nvPr/>
        </p:nvSpPr>
        <p:spPr>
          <a:xfrm>
            <a:off x="951543" y="92444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154163" y="103880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951543" y="15635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128118" y="167786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951543" y="220255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126630" y="231691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951543" y="284161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120379" y="2955973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849" y="977900"/>
            <a:ext cx="1141285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/>
              <a:t>Software</a:t>
            </a:r>
            <a:r>
              <a:rPr dirty="0" sz="7500" spc="65"/>
              <a:t> </a:t>
            </a:r>
            <a:r>
              <a:rPr dirty="0" sz="7500" spc="-10"/>
              <a:t>Requirements</a:t>
            </a:r>
            <a:endParaRPr sz="7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3253195"/>
            <a:ext cx="95250" cy="952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698696" y="2606131"/>
            <a:ext cx="412115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3105" marR="5080" indent="-70104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Operating</a:t>
            </a:r>
            <a:r>
              <a:rPr dirty="0" sz="2400" spc="3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System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Windows</a:t>
            </a:r>
            <a:r>
              <a:rPr dirty="0" sz="2400" spc="9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20" b="1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or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higher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4510495"/>
            <a:ext cx="95250" cy="952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4929595"/>
            <a:ext cx="95250" cy="9524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5348695"/>
            <a:ext cx="95250" cy="952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5767795"/>
            <a:ext cx="95250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6186895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6605995"/>
            <a:ext cx="95250" cy="952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7444195"/>
            <a:ext cx="95250" cy="952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571" y="7863295"/>
            <a:ext cx="95250" cy="9524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698696" y="3863430"/>
            <a:ext cx="5572760" cy="421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3105" marR="636905" indent="-70104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Libraries</a:t>
            </a:r>
            <a:r>
              <a:rPr dirty="0" sz="2400" spc="7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Frameworks </a:t>
            </a:r>
            <a:r>
              <a:rPr dirty="0" sz="2400" spc="100" b="1">
                <a:solidFill>
                  <a:srgbClr val="181818"/>
                </a:solidFill>
                <a:latin typeface="Tahoma"/>
                <a:cs typeface="Tahoma"/>
              </a:rPr>
              <a:t>OpenCV</a:t>
            </a:r>
            <a:r>
              <a:rPr dirty="0" sz="2400" spc="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(Face</a:t>
            </a:r>
            <a:r>
              <a:rPr dirty="0" sz="2400" spc="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Detection)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Tkinter</a:t>
            </a:r>
            <a:r>
              <a:rPr dirty="0" sz="2400" spc="-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181818"/>
                </a:solidFill>
                <a:latin typeface="Tahoma"/>
                <a:cs typeface="Tahoma"/>
              </a:rPr>
              <a:t>(GUI</a:t>
            </a:r>
            <a:r>
              <a:rPr dirty="0" sz="2400" spc="-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Design)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NumPy</a:t>
            </a:r>
            <a:r>
              <a:rPr dirty="0" sz="2400" spc="-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181818"/>
                </a:solidFill>
                <a:latin typeface="Tahoma"/>
                <a:cs typeface="Tahoma"/>
              </a:rPr>
              <a:t>(Image</a:t>
            </a:r>
            <a:r>
              <a:rPr dirty="0" sz="2400" spc="-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Processing)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Pandas</a:t>
            </a:r>
            <a:r>
              <a:rPr dirty="0" sz="2400" spc="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75" b="1">
                <a:solidFill>
                  <a:srgbClr val="181818"/>
                </a:solidFill>
                <a:latin typeface="Tahoma"/>
                <a:cs typeface="Tahoma"/>
              </a:rPr>
              <a:t>(CSV</a:t>
            </a:r>
            <a:r>
              <a:rPr dirty="0" sz="2400" spc="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Handling)</a:t>
            </a:r>
            <a:endParaRPr sz="2400">
              <a:latin typeface="Tahoma"/>
              <a:cs typeface="Tahoma"/>
            </a:endParaRPr>
          </a:p>
          <a:p>
            <a:pPr marL="713105" marR="636270">
              <a:lnSpc>
                <a:spcPct val="114599"/>
              </a:lnSpc>
            </a:pPr>
            <a:r>
              <a:rPr dirty="0" sz="2400" spc="-30" b="1">
                <a:solidFill>
                  <a:srgbClr val="181818"/>
                </a:solidFill>
                <a:latin typeface="Tahoma"/>
                <a:cs typeface="Tahoma"/>
              </a:rPr>
              <a:t>PIL</a:t>
            </a:r>
            <a:r>
              <a:rPr dirty="0" sz="2400" spc="-1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181818"/>
                </a:solidFill>
                <a:latin typeface="Tahoma"/>
                <a:cs typeface="Tahoma"/>
              </a:rPr>
              <a:t>(Image</a:t>
            </a:r>
            <a:r>
              <a:rPr dirty="0" sz="2400" spc="-1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Rendering)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smtplib,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email.mime</a:t>
            </a:r>
            <a:r>
              <a:rPr dirty="0" sz="2400" spc="-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(Email Integration)</a:t>
            </a:r>
            <a:endParaRPr sz="2400">
              <a:latin typeface="Tahoma"/>
              <a:cs typeface="Tahoma"/>
            </a:endParaRPr>
          </a:p>
          <a:p>
            <a:pPr marL="713105" marR="5080">
              <a:lnSpc>
                <a:spcPct val="114599"/>
              </a:lnSpc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playsound</a:t>
            </a:r>
            <a:r>
              <a:rPr dirty="0" sz="2400" spc="1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0" b="1">
                <a:solidFill>
                  <a:srgbClr val="181818"/>
                </a:solidFill>
                <a:latin typeface="Tahoma"/>
                <a:cs typeface="Tahoma"/>
              </a:rPr>
              <a:t>(Audio</a:t>
            </a:r>
            <a:r>
              <a:rPr dirty="0" sz="2400" spc="1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Feedback) </a:t>
            </a:r>
            <a:r>
              <a:rPr dirty="0" sz="2400" spc="75" b="1">
                <a:solidFill>
                  <a:srgbClr val="181818"/>
                </a:solidFill>
                <a:latin typeface="Tahoma"/>
                <a:cs typeface="Tahoma"/>
              </a:rPr>
              <a:t>glob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os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(File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Management)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8652" y="3253195"/>
            <a:ext cx="95250" cy="952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8652" y="4929595"/>
            <a:ext cx="95250" cy="9524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8652" y="5348695"/>
            <a:ext cx="95250" cy="9524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8652" y="7025095"/>
            <a:ext cx="95250" cy="9524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8888777" y="2606131"/>
            <a:ext cx="6560820" cy="463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0225" marR="2806700" indent="-518159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Programming</a:t>
            </a:r>
            <a:r>
              <a:rPr dirty="0" sz="2400" spc="1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Language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Python</a:t>
            </a:r>
            <a:r>
              <a:rPr dirty="0" sz="2400" spc="1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3.8</a:t>
            </a:r>
            <a:r>
              <a:rPr dirty="0" sz="2400" spc="1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or</a:t>
            </a:r>
            <a:r>
              <a:rPr dirty="0" sz="2400" spc="1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Higher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Additional</a:t>
            </a:r>
            <a:r>
              <a:rPr dirty="0" sz="2400" spc="1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Tools</a:t>
            </a:r>
            <a:endParaRPr sz="2400">
              <a:latin typeface="Tahoma"/>
              <a:cs typeface="Tahoma"/>
            </a:endParaRPr>
          </a:p>
          <a:p>
            <a:pPr marL="530225" marR="5080">
              <a:lnSpc>
                <a:spcPct val="114599"/>
              </a:lnSpc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Haarcascade</a:t>
            </a:r>
            <a:r>
              <a:rPr dirty="0" sz="2400" spc="6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XML</a:t>
            </a:r>
            <a:r>
              <a:rPr dirty="0" sz="2400" spc="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(Face</a:t>
            </a:r>
            <a:r>
              <a:rPr dirty="0" sz="2400" spc="7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Detection)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Microsoft</a:t>
            </a:r>
            <a:r>
              <a:rPr dirty="0" sz="2400" spc="1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Outlook</a:t>
            </a:r>
            <a:r>
              <a:rPr dirty="0" sz="2400" spc="1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or</a:t>
            </a:r>
            <a:r>
              <a:rPr dirty="0" sz="2400" spc="1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Gmail</a:t>
            </a:r>
            <a:r>
              <a:rPr dirty="0" sz="2400" spc="1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(SMTP</a:t>
            </a:r>
            <a:r>
              <a:rPr dirty="0" sz="2400" spc="1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Mail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Configuration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IDLE</a:t>
            </a:r>
            <a:r>
              <a:rPr dirty="0" sz="2400" spc="-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/</a:t>
            </a:r>
            <a:r>
              <a:rPr dirty="0" sz="2400" spc="-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Editor</a:t>
            </a:r>
            <a:endParaRPr sz="2400">
              <a:latin typeface="Tahoma"/>
              <a:cs typeface="Tahoma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Pythons</a:t>
            </a:r>
            <a:r>
              <a:rPr dirty="0" sz="2400" spc="1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built-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in</a:t>
            </a:r>
            <a:r>
              <a:rPr dirty="0" sz="2400" spc="1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editor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2276555" y="-514231"/>
            <a:ext cx="6525895" cy="11315700"/>
            <a:chOff x="12276555" y="-514231"/>
            <a:chExt cx="6525895" cy="11315700"/>
          </a:xfrm>
        </p:grpSpPr>
        <p:sp>
          <p:nvSpPr>
            <p:cNvPr id="20" name="object 20" descr=""/>
            <p:cNvSpPr/>
            <p:nvPr/>
          </p:nvSpPr>
          <p:spPr>
            <a:xfrm>
              <a:off x="12790787" y="0"/>
              <a:ext cx="5497830" cy="5497830"/>
            </a:xfrm>
            <a:custGeom>
              <a:avLst/>
              <a:gdLst/>
              <a:ahLst/>
              <a:cxnLst/>
              <a:rect l="l" t="t" r="r" b="b"/>
              <a:pathLst>
                <a:path w="5497830" h="5497830">
                  <a:moveTo>
                    <a:pt x="1610095" y="3887112"/>
                  </a:moveTo>
                  <a:lnTo>
                    <a:pt x="1688140" y="1577768"/>
                  </a:lnTo>
                  <a:lnTo>
                    <a:pt x="0" y="0"/>
                  </a:lnTo>
                  <a:lnTo>
                    <a:pt x="5497212" y="0"/>
                  </a:lnTo>
                  <a:lnTo>
                    <a:pt x="5497212" y="3809069"/>
                  </a:lnTo>
                  <a:lnTo>
                    <a:pt x="3919443" y="3809069"/>
                  </a:lnTo>
                  <a:lnTo>
                    <a:pt x="1610095" y="3887112"/>
                  </a:lnTo>
                  <a:close/>
                </a:path>
                <a:path w="5497830" h="5497830">
                  <a:moveTo>
                    <a:pt x="5497212" y="5497211"/>
                  </a:moveTo>
                  <a:lnTo>
                    <a:pt x="3919443" y="3809069"/>
                  </a:lnTo>
                  <a:lnTo>
                    <a:pt x="5497212" y="3809069"/>
                  </a:lnTo>
                  <a:lnTo>
                    <a:pt x="5497212" y="5497211"/>
                  </a:lnTo>
                  <a:close/>
                </a:path>
              </a:pathLst>
            </a:custGeom>
            <a:solidFill>
              <a:srgbClr val="FD612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792163" y="0"/>
              <a:ext cx="5495925" cy="5494655"/>
            </a:xfrm>
            <a:custGeom>
              <a:avLst/>
              <a:gdLst/>
              <a:ahLst/>
              <a:cxnLst/>
              <a:rect l="l" t="t" r="r" b="b"/>
              <a:pathLst>
                <a:path w="5495925" h="5494655">
                  <a:moveTo>
                    <a:pt x="5495835" y="5493260"/>
                  </a:moveTo>
                  <a:lnTo>
                    <a:pt x="5494548" y="5494638"/>
                  </a:lnTo>
                  <a:lnTo>
                    <a:pt x="3917148" y="3806890"/>
                  </a:lnTo>
                </a:path>
                <a:path w="5495925" h="5494655">
                  <a:moveTo>
                    <a:pt x="3917148" y="3806890"/>
                  </a:moveTo>
                  <a:lnTo>
                    <a:pt x="1608341" y="3884916"/>
                  </a:lnTo>
                  <a:lnTo>
                    <a:pt x="1686368" y="1576111"/>
                  </a:lnTo>
                  <a:lnTo>
                    <a:pt x="0" y="0"/>
                  </a:lnTo>
                </a:path>
              </a:pathLst>
            </a:custGeom>
            <a:ln w="1028463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790787" y="4758204"/>
              <a:ext cx="5497830" cy="5528945"/>
            </a:xfrm>
            <a:custGeom>
              <a:avLst/>
              <a:gdLst/>
              <a:ahLst/>
              <a:cxnLst/>
              <a:rect l="l" t="t" r="r" b="b"/>
              <a:pathLst>
                <a:path w="5497830" h="5528945">
                  <a:moveTo>
                    <a:pt x="5497212" y="1688140"/>
                  </a:moveTo>
                  <a:lnTo>
                    <a:pt x="3919443" y="1688140"/>
                  </a:lnTo>
                  <a:lnTo>
                    <a:pt x="5497212" y="0"/>
                  </a:lnTo>
                  <a:lnTo>
                    <a:pt x="5497212" y="1688140"/>
                  </a:lnTo>
                  <a:close/>
                </a:path>
                <a:path w="5497830" h="5528945">
                  <a:moveTo>
                    <a:pt x="5497212" y="5528795"/>
                  </a:moveTo>
                  <a:lnTo>
                    <a:pt x="33793" y="5528795"/>
                  </a:lnTo>
                  <a:lnTo>
                    <a:pt x="0" y="5497211"/>
                  </a:lnTo>
                  <a:lnTo>
                    <a:pt x="1688140" y="3919443"/>
                  </a:lnTo>
                  <a:lnTo>
                    <a:pt x="1610095" y="1610095"/>
                  </a:lnTo>
                  <a:lnTo>
                    <a:pt x="3919443" y="1688140"/>
                  </a:lnTo>
                  <a:lnTo>
                    <a:pt x="5497212" y="1688140"/>
                  </a:lnTo>
                  <a:lnTo>
                    <a:pt x="5497212" y="5528795"/>
                  </a:lnTo>
                  <a:close/>
                </a:path>
              </a:pathLst>
            </a:custGeom>
            <a:solidFill>
              <a:srgbClr val="FD612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790786" y="4758204"/>
              <a:ext cx="5497830" cy="5528945"/>
            </a:xfrm>
            <a:custGeom>
              <a:avLst/>
              <a:gdLst/>
              <a:ahLst/>
              <a:cxnLst/>
              <a:rect l="l" t="t" r="r" b="b"/>
              <a:pathLst>
                <a:path w="5497830" h="5528945">
                  <a:moveTo>
                    <a:pt x="35169" y="5528795"/>
                  </a:moveTo>
                  <a:lnTo>
                    <a:pt x="0" y="5495925"/>
                  </a:lnTo>
                  <a:lnTo>
                    <a:pt x="1687744" y="3918525"/>
                  </a:lnTo>
                  <a:lnTo>
                    <a:pt x="1609718" y="1609718"/>
                  </a:lnTo>
                  <a:lnTo>
                    <a:pt x="3918525" y="1687745"/>
                  </a:lnTo>
                </a:path>
                <a:path w="5497830" h="5528945">
                  <a:moveTo>
                    <a:pt x="3918525" y="1687745"/>
                  </a:moveTo>
                  <a:lnTo>
                    <a:pt x="5495924" y="0"/>
                  </a:lnTo>
                  <a:lnTo>
                    <a:pt x="5497212" y="1377"/>
                  </a:lnTo>
                </a:path>
              </a:pathLst>
            </a:custGeom>
            <a:ln w="1028463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6313641" y="910464"/>
              <a:ext cx="942975" cy="236220"/>
            </a:xfrm>
            <a:custGeom>
              <a:avLst/>
              <a:gdLst/>
              <a:ahLst/>
              <a:cxnLst/>
              <a:rect l="l" t="t" r="r" b="b"/>
              <a:pathLst>
                <a:path w="942975" h="236219">
                  <a:moveTo>
                    <a:pt x="117816" y="235632"/>
                  </a:moveTo>
                  <a:lnTo>
                    <a:pt x="71946" y="226377"/>
                  </a:lnTo>
                  <a:lnTo>
                    <a:pt x="34498" y="201134"/>
                  </a:lnTo>
                  <a:lnTo>
                    <a:pt x="9255" y="163686"/>
                  </a:lnTo>
                  <a:lnTo>
                    <a:pt x="0" y="117816"/>
                  </a:lnTo>
                  <a:lnTo>
                    <a:pt x="9255" y="71946"/>
                  </a:lnTo>
                  <a:lnTo>
                    <a:pt x="34498" y="34498"/>
                  </a:lnTo>
                  <a:lnTo>
                    <a:pt x="71946" y="9255"/>
                  </a:lnTo>
                  <a:lnTo>
                    <a:pt x="117816" y="0"/>
                  </a:lnTo>
                  <a:lnTo>
                    <a:pt x="163686" y="9255"/>
                  </a:lnTo>
                  <a:lnTo>
                    <a:pt x="201134" y="34498"/>
                  </a:lnTo>
                  <a:lnTo>
                    <a:pt x="226377" y="71946"/>
                  </a:lnTo>
                  <a:lnTo>
                    <a:pt x="235632" y="117816"/>
                  </a:lnTo>
                  <a:lnTo>
                    <a:pt x="226377" y="163686"/>
                  </a:lnTo>
                  <a:lnTo>
                    <a:pt x="201134" y="201134"/>
                  </a:lnTo>
                  <a:lnTo>
                    <a:pt x="163686" y="226377"/>
                  </a:lnTo>
                  <a:lnTo>
                    <a:pt x="117816" y="235632"/>
                  </a:lnTo>
                  <a:close/>
                </a:path>
                <a:path w="942975" h="236219">
                  <a:moveTo>
                    <a:pt x="824713" y="235632"/>
                  </a:moveTo>
                  <a:lnTo>
                    <a:pt x="778843" y="226377"/>
                  </a:lnTo>
                  <a:lnTo>
                    <a:pt x="741395" y="201134"/>
                  </a:lnTo>
                  <a:lnTo>
                    <a:pt x="716152" y="163686"/>
                  </a:lnTo>
                  <a:lnTo>
                    <a:pt x="706897" y="117816"/>
                  </a:lnTo>
                  <a:lnTo>
                    <a:pt x="716152" y="71946"/>
                  </a:lnTo>
                  <a:lnTo>
                    <a:pt x="741395" y="34498"/>
                  </a:lnTo>
                  <a:lnTo>
                    <a:pt x="778843" y="9255"/>
                  </a:lnTo>
                  <a:lnTo>
                    <a:pt x="824713" y="0"/>
                  </a:lnTo>
                  <a:lnTo>
                    <a:pt x="870583" y="9255"/>
                  </a:lnTo>
                  <a:lnTo>
                    <a:pt x="908031" y="34498"/>
                  </a:lnTo>
                  <a:lnTo>
                    <a:pt x="933274" y="71946"/>
                  </a:lnTo>
                  <a:lnTo>
                    <a:pt x="942529" y="117816"/>
                  </a:lnTo>
                  <a:lnTo>
                    <a:pt x="933274" y="163686"/>
                  </a:lnTo>
                  <a:lnTo>
                    <a:pt x="908031" y="201134"/>
                  </a:lnTo>
                  <a:lnTo>
                    <a:pt x="870583" y="226377"/>
                  </a:lnTo>
                  <a:lnTo>
                    <a:pt x="824713" y="235632"/>
                  </a:lnTo>
                  <a:close/>
                </a:path>
                <a:path w="942975" h="236219">
                  <a:moveTo>
                    <a:pt x="471264" y="235632"/>
                  </a:moveTo>
                  <a:lnTo>
                    <a:pt x="425394" y="226377"/>
                  </a:lnTo>
                  <a:lnTo>
                    <a:pt x="387946" y="201134"/>
                  </a:lnTo>
                  <a:lnTo>
                    <a:pt x="362703" y="163686"/>
                  </a:lnTo>
                  <a:lnTo>
                    <a:pt x="353448" y="117816"/>
                  </a:lnTo>
                  <a:lnTo>
                    <a:pt x="362703" y="71946"/>
                  </a:lnTo>
                  <a:lnTo>
                    <a:pt x="387946" y="34498"/>
                  </a:lnTo>
                  <a:lnTo>
                    <a:pt x="425394" y="9255"/>
                  </a:lnTo>
                  <a:lnTo>
                    <a:pt x="471264" y="0"/>
                  </a:lnTo>
                  <a:lnTo>
                    <a:pt x="517134" y="9255"/>
                  </a:lnTo>
                  <a:lnTo>
                    <a:pt x="554583" y="34498"/>
                  </a:lnTo>
                  <a:lnTo>
                    <a:pt x="579826" y="71946"/>
                  </a:lnTo>
                  <a:lnTo>
                    <a:pt x="589081" y="117816"/>
                  </a:lnTo>
                  <a:lnTo>
                    <a:pt x="579826" y="163686"/>
                  </a:lnTo>
                  <a:lnTo>
                    <a:pt x="554583" y="201134"/>
                  </a:lnTo>
                  <a:lnTo>
                    <a:pt x="517134" y="226377"/>
                  </a:lnTo>
                  <a:lnTo>
                    <a:pt x="471264" y="235632"/>
                  </a:lnTo>
                  <a:close/>
                </a:path>
              </a:pathLst>
            </a:custGeom>
            <a:solidFill>
              <a:srgbClr val="FD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951543" y="924444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154163" y="103880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951543" y="34806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126779" y="3595029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951543" y="15635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128118" y="167786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951543" y="220255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1126630" y="231691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951543" y="284161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120379" y="2955973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951543" y="411972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122909" y="4234084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709356" y="475877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9"/>
                </a:lnTo>
                <a:lnTo>
                  <a:pt x="232927" y="916924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2"/>
                </a:lnTo>
                <a:lnTo>
                  <a:pt x="101119" y="796495"/>
                </a:lnTo>
                <a:lnTo>
                  <a:pt x="75539" y="759536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6"/>
                </a:lnTo>
                <a:lnTo>
                  <a:pt x="891344" y="796495"/>
                </a:lnTo>
                <a:lnTo>
                  <a:pt x="862607" y="830922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4"/>
                </a:lnTo>
                <a:lnTo>
                  <a:pt x="720251" y="939139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090604" y="5022397"/>
            <a:ext cx="2298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80">
                <a:solidFill>
                  <a:srgbClr val="FFFEFE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951543" y="584649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124844" y="5960853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951543" y="648554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1122909" y="6599908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951543" y="776365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1115468" y="7878019"/>
            <a:ext cx="1803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951543" y="840271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1089572" y="8517074"/>
            <a:ext cx="2324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951543" y="712460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1077070" y="7238963"/>
            <a:ext cx="2571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951543" y="904176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-80"/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849" y="977900"/>
            <a:ext cx="1174051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/>
              <a:t>Hardware</a:t>
            </a:r>
            <a:r>
              <a:rPr dirty="0" sz="7500" spc="-250"/>
              <a:t> </a:t>
            </a:r>
            <a:r>
              <a:rPr dirty="0" sz="7500" spc="-10"/>
              <a:t>Requirements</a:t>
            </a:r>
            <a:endParaRPr sz="7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746" y="2754431"/>
            <a:ext cx="95250" cy="952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173871" y="2107366"/>
            <a:ext cx="5528310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Processor:</a:t>
            </a:r>
            <a:endParaRPr sz="2400">
              <a:latin typeface="Tahoma"/>
              <a:cs typeface="Tahoma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 spc="-55" b="1">
                <a:solidFill>
                  <a:srgbClr val="181818"/>
                </a:solidFill>
                <a:latin typeface="Tahoma"/>
                <a:cs typeface="Tahoma"/>
              </a:rPr>
              <a:t>Intel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5" b="1">
                <a:solidFill>
                  <a:srgbClr val="181818"/>
                </a:solidFill>
                <a:latin typeface="Tahoma"/>
                <a:cs typeface="Tahoma"/>
              </a:rPr>
              <a:t>Core</a:t>
            </a:r>
            <a:r>
              <a:rPr dirty="0" sz="2400" spc="-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i3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/</a:t>
            </a:r>
            <a:r>
              <a:rPr dirty="0" sz="2400" spc="-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Ryzen</a:t>
            </a:r>
            <a:r>
              <a:rPr dirty="0" sz="2400" spc="-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3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or</a:t>
            </a:r>
            <a:r>
              <a:rPr dirty="0" sz="2400" spc="-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higher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746" y="4011731"/>
            <a:ext cx="95250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173871" y="3364665"/>
            <a:ext cx="8274684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Display:</a:t>
            </a:r>
            <a:endParaRPr sz="2400">
              <a:latin typeface="Tahoma"/>
              <a:cs typeface="Tahoma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1280x720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resolution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or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higher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(Full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HD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preferred)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746" y="5269030"/>
            <a:ext cx="95250" cy="9524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173871" y="4621965"/>
            <a:ext cx="5156835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Storage:</a:t>
            </a:r>
            <a:endParaRPr sz="2400">
              <a:latin typeface="Tahoma"/>
              <a:cs typeface="Tahoma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 spc="114" b="1">
                <a:solidFill>
                  <a:srgbClr val="181818"/>
                </a:solidFill>
                <a:latin typeface="Tahoma"/>
                <a:cs typeface="Tahoma"/>
              </a:rPr>
              <a:t>At</a:t>
            </a:r>
            <a:r>
              <a:rPr dirty="0" sz="2400" spc="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least</a:t>
            </a:r>
            <a:r>
              <a:rPr dirty="0" sz="2400" spc="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135" b="1">
                <a:solidFill>
                  <a:srgbClr val="181818"/>
                </a:solidFill>
                <a:latin typeface="Tahoma"/>
                <a:cs typeface="Tahoma"/>
              </a:rPr>
              <a:t>500</a:t>
            </a:r>
            <a:r>
              <a:rPr dirty="0" sz="2400" spc="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MB</a:t>
            </a:r>
            <a:r>
              <a:rPr dirty="0" sz="2400" spc="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of</a:t>
            </a:r>
            <a:r>
              <a:rPr dirty="0" sz="2400" spc="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free</a:t>
            </a:r>
            <a:r>
              <a:rPr dirty="0" sz="2400" spc="2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space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746" y="6526331"/>
            <a:ext cx="95250" cy="952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173871" y="5879265"/>
            <a:ext cx="6508115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Camera:</a:t>
            </a:r>
            <a:endParaRPr sz="2400">
              <a:latin typeface="Tahoma"/>
              <a:cs typeface="Tahoma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HD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65" b="1">
                <a:solidFill>
                  <a:srgbClr val="181818"/>
                </a:solidFill>
                <a:latin typeface="Tahoma"/>
                <a:cs typeface="Tahoma"/>
              </a:rPr>
              <a:t>Webcam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(Built-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in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or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External</a:t>
            </a:r>
            <a:r>
              <a:rPr dirty="0" sz="2400" spc="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USB)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746" y="7783630"/>
            <a:ext cx="95250" cy="9524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173871" y="7136565"/>
            <a:ext cx="8542020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Microphone</a:t>
            </a:r>
            <a:r>
              <a:rPr dirty="0" sz="2400" spc="26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(Optional):</a:t>
            </a:r>
            <a:endParaRPr sz="2400">
              <a:latin typeface="Tahoma"/>
              <a:cs typeface="Tahoma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 spc="75" b="1">
                <a:solidFill>
                  <a:srgbClr val="181818"/>
                </a:solidFill>
                <a:latin typeface="Tahoma"/>
                <a:cs typeface="Tahoma"/>
              </a:rPr>
              <a:t>For</a:t>
            </a:r>
            <a:r>
              <a:rPr dirty="0" sz="2400" spc="1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voice-based</a:t>
            </a:r>
            <a:r>
              <a:rPr dirty="0" sz="2400" spc="1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commands</a:t>
            </a:r>
            <a:r>
              <a:rPr dirty="0" sz="2400" spc="1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(future</a:t>
            </a:r>
            <a:r>
              <a:rPr dirty="0" sz="2400" spc="15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upgrade</a:t>
            </a:r>
            <a:r>
              <a:rPr dirty="0" sz="2400" spc="15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scope)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746" y="9040930"/>
            <a:ext cx="95250" cy="9524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173871" y="8393865"/>
            <a:ext cx="6428105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RAM:</a:t>
            </a:r>
            <a:endParaRPr sz="2400">
              <a:latin typeface="Tahoma"/>
              <a:cs typeface="Tahoma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Minimum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120" b="1">
                <a:solidFill>
                  <a:srgbClr val="181818"/>
                </a:solidFill>
                <a:latin typeface="Tahoma"/>
                <a:cs typeface="Tahoma"/>
              </a:rPr>
              <a:t>4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85" b="1">
                <a:solidFill>
                  <a:srgbClr val="181818"/>
                </a:solidFill>
                <a:latin typeface="Tahoma"/>
                <a:cs typeface="Tahoma"/>
              </a:rPr>
              <a:t>GB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(Recommended:</a:t>
            </a:r>
            <a:r>
              <a:rPr dirty="0" sz="2400" spc="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8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25" b="1">
                <a:solidFill>
                  <a:srgbClr val="181818"/>
                </a:solidFill>
                <a:latin typeface="Tahoma"/>
                <a:cs typeface="Tahoma"/>
              </a:rPr>
              <a:t>GB)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0057" y="0"/>
            <a:ext cx="7747941" cy="10286999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951543" y="86501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54163" y="97937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51543" y="34212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26779" y="3535599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51543" y="1504069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128118" y="161843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51543" y="21431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126630" y="225748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951543" y="278218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120379" y="2896544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951543" y="406029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122909" y="4174654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951543" y="642611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122909" y="6540479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951543" y="77042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115468" y="7818589"/>
            <a:ext cx="1803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951543" y="834328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089572" y="8457644"/>
            <a:ext cx="2324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951543" y="7065169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1077070" y="7179533"/>
            <a:ext cx="2571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951543" y="89823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088084" y="9096699"/>
            <a:ext cx="23558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0">
                <a:solidFill>
                  <a:srgbClr val="181818"/>
                </a:solidFill>
                <a:latin typeface="Tahoma"/>
                <a:cs typeface="Tahoma"/>
              </a:rPr>
              <a:t>13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709356" y="5338402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2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0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3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3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0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1084800" y="5602022"/>
            <a:ext cx="2419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70">
                <a:solidFill>
                  <a:srgbClr val="FFFEFE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951543" y="469934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1128416" y="4813710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77774" y="5338402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51075" y="5452765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46739" y="1084862"/>
            <a:ext cx="5814060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114"/>
              <a:t>Advantages</a:t>
            </a:r>
            <a:endParaRPr sz="7500"/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8567" y="2903083"/>
            <a:ext cx="95250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996763" y="2728458"/>
            <a:ext cx="39077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Contactless</a:t>
            </a:r>
            <a:r>
              <a:rPr dirty="0" sz="2400" spc="1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1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hygienic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8567" y="3741283"/>
            <a:ext cx="95250" cy="9524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996763" y="3566658"/>
            <a:ext cx="6126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Reduces</a:t>
            </a:r>
            <a:r>
              <a:rPr dirty="0" sz="2400" spc="2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human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error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manipulation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8567" y="4579483"/>
            <a:ext cx="95250" cy="952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996763" y="4404858"/>
            <a:ext cx="2197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Time-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efficient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8567" y="5417683"/>
            <a:ext cx="95250" cy="9524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996763" y="5243058"/>
            <a:ext cx="49333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45" b="1">
                <a:solidFill>
                  <a:srgbClr val="181818"/>
                </a:solidFill>
                <a:latin typeface="Tahoma"/>
                <a:cs typeface="Tahoma"/>
              </a:rPr>
              <a:t>Accurate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50" b="1">
                <a:solidFill>
                  <a:srgbClr val="181818"/>
                </a:solidFill>
                <a:latin typeface="Tahoma"/>
                <a:cs typeface="Tahoma"/>
              </a:rPr>
              <a:t>logging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reporting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8567" y="6255883"/>
            <a:ext cx="95250" cy="9524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996763" y="6081258"/>
            <a:ext cx="67417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181818"/>
                </a:solidFill>
                <a:latin typeface="Tahoma"/>
                <a:cs typeface="Tahoma"/>
              </a:rPr>
              <a:t>Integration</a:t>
            </a:r>
            <a:r>
              <a:rPr dirty="0" sz="2400" spc="-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with</a:t>
            </a:r>
            <a:r>
              <a:rPr dirty="0" sz="2400" spc="-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database</a:t>
            </a:r>
            <a:r>
              <a:rPr dirty="0" sz="2400" spc="-3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181818"/>
                </a:solidFill>
                <a:latin typeface="Tahoma"/>
                <a:cs typeface="Tahoma"/>
              </a:rPr>
              <a:t>and</a:t>
            </a:r>
            <a:r>
              <a:rPr dirty="0" sz="2400" spc="-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181818"/>
                </a:solidFill>
                <a:latin typeface="Tahoma"/>
                <a:cs typeface="Tahoma"/>
              </a:rPr>
              <a:t>GUI</a:t>
            </a:r>
            <a:r>
              <a:rPr dirty="0" sz="2400" spc="-3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181818"/>
                </a:solidFill>
                <a:latin typeface="Tahoma"/>
                <a:cs typeface="Tahoma"/>
              </a:rPr>
              <a:t>possible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3567956" y="6197142"/>
            <a:ext cx="4720590" cy="4090035"/>
          </a:xfrm>
          <a:custGeom>
            <a:avLst/>
            <a:gdLst/>
            <a:ahLst/>
            <a:cxnLst/>
            <a:rect l="l" t="t" r="r" b="b"/>
            <a:pathLst>
              <a:path w="4720590" h="4090034">
                <a:moveTo>
                  <a:pt x="3423437" y="6350"/>
                </a:moveTo>
                <a:lnTo>
                  <a:pt x="3373158" y="3556"/>
                </a:lnTo>
                <a:lnTo>
                  <a:pt x="3322866" y="1574"/>
                </a:lnTo>
                <a:lnTo>
                  <a:pt x="3272599" y="381"/>
                </a:lnTo>
                <a:lnTo>
                  <a:pt x="3222345" y="0"/>
                </a:lnTo>
                <a:lnTo>
                  <a:pt x="3172117" y="406"/>
                </a:lnTo>
                <a:lnTo>
                  <a:pt x="3121926" y="1600"/>
                </a:lnTo>
                <a:lnTo>
                  <a:pt x="3071774" y="3594"/>
                </a:lnTo>
                <a:lnTo>
                  <a:pt x="3021685" y="6375"/>
                </a:lnTo>
                <a:lnTo>
                  <a:pt x="2971660" y="9931"/>
                </a:lnTo>
                <a:lnTo>
                  <a:pt x="2921698" y="14274"/>
                </a:lnTo>
                <a:lnTo>
                  <a:pt x="2871825" y="19405"/>
                </a:lnTo>
                <a:lnTo>
                  <a:pt x="2822054" y="25311"/>
                </a:lnTo>
                <a:lnTo>
                  <a:pt x="2772372" y="31991"/>
                </a:lnTo>
                <a:lnTo>
                  <a:pt x="2722803" y="39458"/>
                </a:lnTo>
                <a:lnTo>
                  <a:pt x="2673362" y="47675"/>
                </a:lnTo>
                <a:lnTo>
                  <a:pt x="2624048" y="56680"/>
                </a:lnTo>
                <a:lnTo>
                  <a:pt x="2574861" y="66446"/>
                </a:lnTo>
                <a:lnTo>
                  <a:pt x="2525839" y="76974"/>
                </a:lnTo>
                <a:lnTo>
                  <a:pt x="2476970" y="88265"/>
                </a:lnTo>
                <a:lnTo>
                  <a:pt x="2428252" y="100317"/>
                </a:lnTo>
                <a:lnTo>
                  <a:pt x="2379726" y="113131"/>
                </a:lnTo>
                <a:lnTo>
                  <a:pt x="2331377" y="126695"/>
                </a:lnTo>
                <a:lnTo>
                  <a:pt x="2283231" y="141008"/>
                </a:lnTo>
                <a:lnTo>
                  <a:pt x="2235276" y="156083"/>
                </a:lnTo>
                <a:lnTo>
                  <a:pt x="2187549" y="171894"/>
                </a:lnTo>
                <a:lnTo>
                  <a:pt x="2140026" y="188455"/>
                </a:lnTo>
                <a:lnTo>
                  <a:pt x="2092756" y="205765"/>
                </a:lnTo>
                <a:lnTo>
                  <a:pt x="2045716" y="223812"/>
                </a:lnTo>
                <a:lnTo>
                  <a:pt x="1998916" y="242595"/>
                </a:lnTo>
                <a:lnTo>
                  <a:pt x="1952383" y="262128"/>
                </a:lnTo>
                <a:lnTo>
                  <a:pt x="1906130" y="282384"/>
                </a:lnTo>
                <a:lnTo>
                  <a:pt x="1860143" y="303377"/>
                </a:lnTo>
                <a:lnTo>
                  <a:pt x="1814449" y="325094"/>
                </a:lnTo>
                <a:lnTo>
                  <a:pt x="1769046" y="347535"/>
                </a:lnTo>
                <a:lnTo>
                  <a:pt x="1723948" y="370713"/>
                </a:lnTo>
                <a:lnTo>
                  <a:pt x="1680019" y="394144"/>
                </a:lnTo>
                <a:lnTo>
                  <a:pt x="1636547" y="418185"/>
                </a:lnTo>
                <a:lnTo>
                  <a:pt x="1593545" y="442823"/>
                </a:lnTo>
                <a:lnTo>
                  <a:pt x="1551000" y="468071"/>
                </a:lnTo>
                <a:lnTo>
                  <a:pt x="1508912" y="493890"/>
                </a:lnTo>
                <a:lnTo>
                  <a:pt x="1467307" y="520306"/>
                </a:lnTo>
                <a:lnTo>
                  <a:pt x="1426184" y="547293"/>
                </a:lnTo>
                <a:lnTo>
                  <a:pt x="1385531" y="574865"/>
                </a:lnTo>
                <a:lnTo>
                  <a:pt x="1345374" y="602983"/>
                </a:lnTo>
                <a:lnTo>
                  <a:pt x="1305699" y="631672"/>
                </a:lnTo>
                <a:lnTo>
                  <a:pt x="1266520" y="660908"/>
                </a:lnTo>
                <a:lnTo>
                  <a:pt x="1227848" y="690689"/>
                </a:lnTo>
                <a:lnTo>
                  <a:pt x="1189672" y="721004"/>
                </a:lnTo>
                <a:lnTo>
                  <a:pt x="1152004" y="751852"/>
                </a:lnTo>
                <a:lnTo>
                  <a:pt x="1114844" y="783234"/>
                </a:lnTo>
                <a:lnTo>
                  <a:pt x="1078204" y="815124"/>
                </a:lnTo>
                <a:lnTo>
                  <a:pt x="1042085" y="847534"/>
                </a:lnTo>
                <a:lnTo>
                  <a:pt x="1006500" y="880452"/>
                </a:lnTo>
                <a:lnTo>
                  <a:pt x="971435" y="913853"/>
                </a:lnTo>
                <a:lnTo>
                  <a:pt x="936904" y="947762"/>
                </a:lnTo>
                <a:lnTo>
                  <a:pt x="902906" y="982154"/>
                </a:lnTo>
                <a:lnTo>
                  <a:pt x="869454" y="1017028"/>
                </a:lnTo>
                <a:lnTo>
                  <a:pt x="836549" y="1052372"/>
                </a:lnTo>
                <a:lnTo>
                  <a:pt x="804189" y="1088186"/>
                </a:lnTo>
                <a:lnTo>
                  <a:pt x="772388" y="1124458"/>
                </a:lnTo>
                <a:lnTo>
                  <a:pt x="741159" y="1161186"/>
                </a:lnTo>
                <a:lnTo>
                  <a:pt x="710476" y="1198372"/>
                </a:lnTo>
                <a:lnTo>
                  <a:pt x="680364" y="1235976"/>
                </a:lnTo>
                <a:lnTo>
                  <a:pt x="650836" y="1274038"/>
                </a:lnTo>
                <a:lnTo>
                  <a:pt x="621868" y="1312506"/>
                </a:lnTo>
                <a:lnTo>
                  <a:pt x="593496" y="1351407"/>
                </a:lnTo>
                <a:lnTo>
                  <a:pt x="565696" y="1390726"/>
                </a:lnTo>
                <a:lnTo>
                  <a:pt x="538492" y="1430451"/>
                </a:lnTo>
                <a:lnTo>
                  <a:pt x="511886" y="1470583"/>
                </a:lnTo>
                <a:lnTo>
                  <a:pt x="485876" y="1511109"/>
                </a:lnTo>
                <a:lnTo>
                  <a:pt x="460476" y="1552016"/>
                </a:lnTo>
                <a:lnTo>
                  <a:pt x="435673" y="1593316"/>
                </a:lnTo>
                <a:lnTo>
                  <a:pt x="411480" y="1634985"/>
                </a:lnTo>
                <a:lnTo>
                  <a:pt x="387908" y="1677022"/>
                </a:lnTo>
                <a:lnTo>
                  <a:pt x="364947" y="1719427"/>
                </a:lnTo>
                <a:lnTo>
                  <a:pt x="342620" y="1762188"/>
                </a:lnTo>
                <a:lnTo>
                  <a:pt x="320929" y="1805305"/>
                </a:lnTo>
                <a:lnTo>
                  <a:pt x="299859" y="1848751"/>
                </a:lnTo>
                <a:lnTo>
                  <a:pt x="279425" y="1892554"/>
                </a:lnTo>
                <a:lnTo>
                  <a:pt x="259638" y="1936673"/>
                </a:lnTo>
                <a:lnTo>
                  <a:pt x="240499" y="1981123"/>
                </a:lnTo>
                <a:lnTo>
                  <a:pt x="222008" y="2025891"/>
                </a:lnTo>
                <a:lnTo>
                  <a:pt x="204165" y="2070963"/>
                </a:lnTo>
                <a:lnTo>
                  <a:pt x="186994" y="2116340"/>
                </a:lnTo>
                <a:lnTo>
                  <a:pt x="170472" y="2162022"/>
                </a:lnTo>
                <a:lnTo>
                  <a:pt x="154622" y="2207996"/>
                </a:lnTo>
                <a:lnTo>
                  <a:pt x="139446" y="2254262"/>
                </a:lnTo>
                <a:lnTo>
                  <a:pt x="124955" y="2300795"/>
                </a:lnTo>
                <a:lnTo>
                  <a:pt x="111137" y="2347607"/>
                </a:lnTo>
                <a:lnTo>
                  <a:pt x="98005" y="2394686"/>
                </a:lnTo>
                <a:lnTo>
                  <a:pt x="85559" y="2442019"/>
                </a:lnTo>
                <a:lnTo>
                  <a:pt x="73812" y="2489606"/>
                </a:lnTo>
                <a:lnTo>
                  <a:pt x="62763" y="2537434"/>
                </a:lnTo>
                <a:lnTo>
                  <a:pt x="52412" y="2585516"/>
                </a:lnTo>
                <a:lnTo>
                  <a:pt x="42773" y="2633827"/>
                </a:lnTo>
                <a:lnTo>
                  <a:pt x="33832" y="2682367"/>
                </a:lnTo>
                <a:lnTo>
                  <a:pt x="25615" y="2731122"/>
                </a:lnTo>
                <a:lnTo>
                  <a:pt x="18122" y="2780093"/>
                </a:lnTo>
                <a:lnTo>
                  <a:pt x="11353" y="2829268"/>
                </a:lnTo>
                <a:lnTo>
                  <a:pt x="5308" y="2878645"/>
                </a:lnTo>
                <a:lnTo>
                  <a:pt x="0" y="2928226"/>
                </a:lnTo>
                <a:lnTo>
                  <a:pt x="22644" y="2931896"/>
                </a:lnTo>
                <a:lnTo>
                  <a:pt x="27990" y="2881947"/>
                </a:lnTo>
                <a:lnTo>
                  <a:pt x="34099" y="2832189"/>
                </a:lnTo>
                <a:lnTo>
                  <a:pt x="40957" y="2782633"/>
                </a:lnTo>
                <a:lnTo>
                  <a:pt x="48552" y="2733294"/>
                </a:lnTo>
                <a:lnTo>
                  <a:pt x="56883" y="2684183"/>
                </a:lnTo>
                <a:lnTo>
                  <a:pt x="65951" y="2635288"/>
                </a:lnTo>
                <a:lnTo>
                  <a:pt x="75742" y="2586621"/>
                </a:lnTo>
                <a:lnTo>
                  <a:pt x="86258" y="2538209"/>
                </a:lnTo>
                <a:lnTo>
                  <a:pt x="97497" y="2490038"/>
                </a:lnTo>
                <a:lnTo>
                  <a:pt x="109448" y="2442108"/>
                </a:lnTo>
                <a:lnTo>
                  <a:pt x="122110" y="2394458"/>
                </a:lnTo>
                <a:lnTo>
                  <a:pt x="135483" y="2347061"/>
                </a:lnTo>
                <a:lnTo>
                  <a:pt x="149555" y="2299932"/>
                </a:lnTo>
                <a:lnTo>
                  <a:pt x="164325" y="2253094"/>
                </a:lnTo>
                <a:lnTo>
                  <a:pt x="179781" y="2206548"/>
                </a:lnTo>
                <a:lnTo>
                  <a:pt x="195922" y="2160282"/>
                </a:lnTo>
                <a:lnTo>
                  <a:pt x="212763" y="2114321"/>
                </a:lnTo>
                <a:lnTo>
                  <a:pt x="230263" y="2068677"/>
                </a:lnTo>
                <a:lnTo>
                  <a:pt x="248450" y="2023338"/>
                </a:lnTo>
                <a:lnTo>
                  <a:pt x="267296" y="1978317"/>
                </a:lnTo>
                <a:lnTo>
                  <a:pt x="286816" y="1933625"/>
                </a:lnTo>
                <a:lnTo>
                  <a:pt x="306997" y="1889264"/>
                </a:lnTo>
                <a:lnTo>
                  <a:pt x="327837" y="1845246"/>
                </a:lnTo>
                <a:lnTo>
                  <a:pt x="349326" y="1801583"/>
                </a:lnTo>
                <a:lnTo>
                  <a:pt x="371449" y="1758264"/>
                </a:lnTo>
                <a:lnTo>
                  <a:pt x="394233" y="1715312"/>
                </a:lnTo>
                <a:lnTo>
                  <a:pt x="417652" y="1672717"/>
                </a:lnTo>
                <a:lnTo>
                  <a:pt x="441693" y="1630502"/>
                </a:lnTo>
                <a:lnTo>
                  <a:pt x="466369" y="1588668"/>
                </a:lnTo>
                <a:lnTo>
                  <a:pt x="491680" y="1547228"/>
                </a:lnTo>
                <a:lnTo>
                  <a:pt x="517601" y="1506181"/>
                </a:lnTo>
                <a:lnTo>
                  <a:pt x="544131" y="1465529"/>
                </a:lnTo>
                <a:lnTo>
                  <a:pt x="571284" y="1425282"/>
                </a:lnTo>
                <a:lnTo>
                  <a:pt x="599033" y="1385455"/>
                </a:lnTo>
                <a:lnTo>
                  <a:pt x="627392" y="1346060"/>
                </a:lnTo>
                <a:lnTo>
                  <a:pt x="656348" y="1307071"/>
                </a:lnTo>
                <a:lnTo>
                  <a:pt x="685901" y="1268526"/>
                </a:lnTo>
                <a:lnTo>
                  <a:pt x="716038" y="1230426"/>
                </a:lnTo>
                <a:lnTo>
                  <a:pt x="746747" y="1192771"/>
                </a:lnTo>
                <a:lnTo>
                  <a:pt x="778052" y="1155573"/>
                </a:lnTo>
                <a:lnTo>
                  <a:pt x="809929" y="1118844"/>
                </a:lnTo>
                <a:lnTo>
                  <a:pt x="842365" y="1082573"/>
                </a:lnTo>
                <a:lnTo>
                  <a:pt x="875385" y="1046772"/>
                </a:lnTo>
                <a:lnTo>
                  <a:pt x="908951" y="1011466"/>
                </a:lnTo>
                <a:lnTo>
                  <a:pt x="943089" y="976642"/>
                </a:lnTo>
                <a:lnTo>
                  <a:pt x="977760" y="942314"/>
                </a:lnTo>
                <a:lnTo>
                  <a:pt x="1012990" y="908481"/>
                </a:lnTo>
                <a:lnTo>
                  <a:pt x="1048766" y="875157"/>
                </a:lnTo>
                <a:lnTo>
                  <a:pt x="1085075" y="842365"/>
                </a:lnTo>
                <a:lnTo>
                  <a:pt x="1121918" y="810082"/>
                </a:lnTo>
                <a:lnTo>
                  <a:pt x="1159294" y="778319"/>
                </a:lnTo>
                <a:lnTo>
                  <a:pt x="1197203" y="747102"/>
                </a:lnTo>
                <a:lnTo>
                  <a:pt x="1235621" y="716432"/>
                </a:lnTo>
                <a:lnTo>
                  <a:pt x="1274559" y="686308"/>
                </a:lnTo>
                <a:lnTo>
                  <a:pt x="1314005" y="656729"/>
                </a:lnTo>
                <a:lnTo>
                  <a:pt x="1353959" y="627722"/>
                </a:lnTo>
                <a:lnTo>
                  <a:pt x="1394421" y="599287"/>
                </a:lnTo>
                <a:lnTo>
                  <a:pt x="1435379" y="571423"/>
                </a:lnTo>
                <a:lnTo>
                  <a:pt x="1476832" y="544144"/>
                </a:lnTo>
                <a:lnTo>
                  <a:pt x="1518780" y="517448"/>
                </a:lnTo>
                <a:lnTo>
                  <a:pt x="1561198" y="491350"/>
                </a:lnTo>
                <a:lnTo>
                  <a:pt x="1604098" y="465861"/>
                </a:lnTo>
                <a:lnTo>
                  <a:pt x="1647482" y="440982"/>
                </a:lnTo>
                <a:lnTo>
                  <a:pt x="1691335" y="416712"/>
                </a:lnTo>
                <a:lnTo>
                  <a:pt x="1735658" y="393065"/>
                </a:lnTo>
                <a:lnTo>
                  <a:pt x="1780400" y="370065"/>
                </a:lnTo>
                <a:lnTo>
                  <a:pt x="1825447" y="347789"/>
                </a:lnTo>
                <a:lnTo>
                  <a:pt x="1870786" y="326224"/>
                </a:lnTo>
                <a:lnTo>
                  <a:pt x="1916404" y="305384"/>
                </a:lnTo>
                <a:lnTo>
                  <a:pt x="1962302" y="285267"/>
                </a:lnTo>
                <a:lnTo>
                  <a:pt x="2008454" y="265874"/>
                </a:lnTo>
                <a:lnTo>
                  <a:pt x="2054872" y="247205"/>
                </a:lnTo>
                <a:lnTo>
                  <a:pt x="2101545" y="229273"/>
                </a:lnTo>
                <a:lnTo>
                  <a:pt x="2148446" y="212064"/>
                </a:lnTo>
                <a:lnTo>
                  <a:pt x="2195576" y="195592"/>
                </a:lnTo>
                <a:lnTo>
                  <a:pt x="2242934" y="179870"/>
                </a:lnTo>
                <a:lnTo>
                  <a:pt x="2290508" y="164871"/>
                </a:lnTo>
                <a:lnTo>
                  <a:pt x="2338273" y="150622"/>
                </a:lnTo>
                <a:lnTo>
                  <a:pt x="2386241" y="137121"/>
                </a:lnTo>
                <a:lnTo>
                  <a:pt x="2434399" y="124358"/>
                </a:lnTo>
                <a:lnTo>
                  <a:pt x="2482723" y="112356"/>
                </a:lnTo>
                <a:lnTo>
                  <a:pt x="2531224" y="101104"/>
                </a:lnTo>
                <a:lnTo>
                  <a:pt x="2579878" y="90601"/>
                </a:lnTo>
                <a:lnTo>
                  <a:pt x="2628684" y="80860"/>
                </a:lnTo>
                <a:lnTo>
                  <a:pt x="2677642" y="71869"/>
                </a:lnTo>
                <a:lnTo>
                  <a:pt x="2726715" y="63652"/>
                </a:lnTo>
                <a:lnTo>
                  <a:pt x="2775928" y="56197"/>
                </a:lnTo>
                <a:lnTo>
                  <a:pt x="2825242" y="49504"/>
                </a:lnTo>
                <a:lnTo>
                  <a:pt x="2874670" y="43586"/>
                </a:lnTo>
                <a:lnTo>
                  <a:pt x="2924200" y="38442"/>
                </a:lnTo>
                <a:lnTo>
                  <a:pt x="2973806" y="34061"/>
                </a:lnTo>
                <a:lnTo>
                  <a:pt x="3023501" y="30467"/>
                </a:lnTo>
                <a:lnTo>
                  <a:pt x="3073273" y="27647"/>
                </a:lnTo>
                <a:lnTo>
                  <a:pt x="3123095" y="25615"/>
                </a:lnTo>
                <a:lnTo>
                  <a:pt x="3172968" y="24358"/>
                </a:lnTo>
                <a:lnTo>
                  <a:pt x="3222891" y="23901"/>
                </a:lnTo>
                <a:lnTo>
                  <a:pt x="3272853" y="24218"/>
                </a:lnTo>
                <a:lnTo>
                  <a:pt x="3322840" y="25336"/>
                </a:lnTo>
                <a:lnTo>
                  <a:pt x="3372840" y="27254"/>
                </a:lnTo>
                <a:lnTo>
                  <a:pt x="3422853" y="29959"/>
                </a:lnTo>
                <a:lnTo>
                  <a:pt x="3423437" y="6350"/>
                </a:lnTo>
                <a:close/>
              </a:path>
              <a:path w="4720590" h="4090034">
                <a:moveTo>
                  <a:pt x="4720031" y="1434045"/>
                </a:moveTo>
                <a:lnTo>
                  <a:pt x="4652416" y="1385773"/>
                </a:lnTo>
                <a:lnTo>
                  <a:pt x="4579366" y="1334973"/>
                </a:lnTo>
                <a:lnTo>
                  <a:pt x="4504512" y="1284173"/>
                </a:lnTo>
                <a:lnTo>
                  <a:pt x="4427956" y="1233373"/>
                </a:lnTo>
                <a:lnTo>
                  <a:pt x="4389082" y="1207973"/>
                </a:lnTo>
                <a:lnTo>
                  <a:pt x="4349801" y="1195273"/>
                </a:lnTo>
                <a:lnTo>
                  <a:pt x="4310151" y="1169873"/>
                </a:lnTo>
                <a:lnTo>
                  <a:pt x="4270133" y="1157173"/>
                </a:lnTo>
                <a:lnTo>
                  <a:pt x="4229773" y="1131773"/>
                </a:lnTo>
                <a:lnTo>
                  <a:pt x="4189057" y="1119073"/>
                </a:lnTo>
                <a:lnTo>
                  <a:pt x="4148010" y="1093673"/>
                </a:lnTo>
                <a:lnTo>
                  <a:pt x="4064990" y="1068273"/>
                </a:lnTo>
                <a:lnTo>
                  <a:pt x="4023029" y="1042873"/>
                </a:lnTo>
                <a:lnTo>
                  <a:pt x="3765715" y="966673"/>
                </a:lnTo>
                <a:lnTo>
                  <a:pt x="3722014" y="966673"/>
                </a:lnTo>
                <a:lnTo>
                  <a:pt x="3634028" y="941273"/>
                </a:lnTo>
                <a:lnTo>
                  <a:pt x="3589769" y="941273"/>
                </a:lnTo>
                <a:lnTo>
                  <a:pt x="3545344" y="928573"/>
                </a:lnTo>
                <a:lnTo>
                  <a:pt x="3500755" y="928573"/>
                </a:lnTo>
                <a:lnTo>
                  <a:pt x="3456025" y="915873"/>
                </a:lnTo>
                <a:lnTo>
                  <a:pt x="3366198" y="915873"/>
                </a:lnTo>
                <a:lnTo>
                  <a:pt x="3321126" y="903173"/>
                </a:lnTo>
                <a:lnTo>
                  <a:pt x="3139973" y="903173"/>
                </a:lnTo>
                <a:lnTo>
                  <a:pt x="3094545" y="915873"/>
                </a:lnTo>
                <a:lnTo>
                  <a:pt x="2958071" y="915873"/>
                </a:lnTo>
                <a:lnTo>
                  <a:pt x="2912567" y="928573"/>
                </a:lnTo>
                <a:lnTo>
                  <a:pt x="2867075" y="928573"/>
                </a:lnTo>
                <a:lnTo>
                  <a:pt x="2776169" y="953973"/>
                </a:lnTo>
                <a:lnTo>
                  <a:pt x="2730779" y="953973"/>
                </a:lnTo>
                <a:lnTo>
                  <a:pt x="2415362" y="1042873"/>
                </a:lnTo>
                <a:lnTo>
                  <a:pt x="2370772" y="1068273"/>
                </a:lnTo>
                <a:lnTo>
                  <a:pt x="2282075" y="1093673"/>
                </a:lnTo>
                <a:lnTo>
                  <a:pt x="2194280" y="1144473"/>
                </a:lnTo>
                <a:lnTo>
                  <a:pt x="2151176" y="1157173"/>
                </a:lnTo>
                <a:lnTo>
                  <a:pt x="2066772" y="1207973"/>
                </a:lnTo>
                <a:lnTo>
                  <a:pt x="2025497" y="1220673"/>
                </a:lnTo>
                <a:lnTo>
                  <a:pt x="1944801" y="1271473"/>
                </a:lnTo>
                <a:lnTo>
                  <a:pt x="1905381" y="1296873"/>
                </a:lnTo>
                <a:lnTo>
                  <a:pt x="1866595" y="1322273"/>
                </a:lnTo>
                <a:lnTo>
                  <a:pt x="1828457" y="1347673"/>
                </a:lnTo>
                <a:lnTo>
                  <a:pt x="1790941" y="1385773"/>
                </a:lnTo>
                <a:lnTo>
                  <a:pt x="1754073" y="1411173"/>
                </a:lnTo>
                <a:lnTo>
                  <a:pt x="1717865" y="1436573"/>
                </a:lnTo>
                <a:lnTo>
                  <a:pt x="1682292" y="1461973"/>
                </a:lnTo>
                <a:lnTo>
                  <a:pt x="1647393" y="1500073"/>
                </a:lnTo>
                <a:lnTo>
                  <a:pt x="1613154" y="1525473"/>
                </a:lnTo>
                <a:lnTo>
                  <a:pt x="1579575" y="1563573"/>
                </a:lnTo>
                <a:lnTo>
                  <a:pt x="1546669" y="1588973"/>
                </a:lnTo>
                <a:lnTo>
                  <a:pt x="1514436" y="1627073"/>
                </a:lnTo>
                <a:lnTo>
                  <a:pt x="1482877" y="1652473"/>
                </a:lnTo>
                <a:lnTo>
                  <a:pt x="1452016" y="1690573"/>
                </a:lnTo>
                <a:lnTo>
                  <a:pt x="1421841" y="1715973"/>
                </a:lnTo>
                <a:lnTo>
                  <a:pt x="1392351" y="1754073"/>
                </a:lnTo>
                <a:lnTo>
                  <a:pt x="1363560" y="1792173"/>
                </a:lnTo>
                <a:lnTo>
                  <a:pt x="1335481" y="1830273"/>
                </a:lnTo>
                <a:lnTo>
                  <a:pt x="1308100" y="1855673"/>
                </a:lnTo>
                <a:lnTo>
                  <a:pt x="1281430" y="1893773"/>
                </a:lnTo>
                <a:lnTo>
                  <a:pt x="1255483" y="1931873"/>
                </a:lnTo>
                <a:lnTo>
                  <a:pt x="1230249" y="1969973"/>
                </a:lnTo>
                <a:lnTo>
                  <a:pt x="1205738" y="2008073"/>
                </a:lnTo>
                <a:lnTo>
                  <a:pt x="1181963" y="2046173"/>
                </a:lnTo>
                <a:lnTo>
                  <a:pt x="1158913" y="2084273"/>
                </a:lnTo>
                <a:lnTo>
                  <a:pt x="1136611" y="2122373"/>
                </a:lnTo>
                <a:lnTo>
                  <a:pt x="1115047" y="2160473"/>
                </a:lnTo>
                <a:lnTo>
                  <a:pt x="1094232" y="2198573"/>
                </a:lnTo>
                <a:lnTo>
                  <a:pt x="1074166" y="2249373"/>
                </a:lnTo>
                <a:lnTo>
                  <a:pt x="1054849" y="2287473"/>
                </a:lnTo>
                <a:lnTo>
                  <a:pt x="1036294" y="2325573"/>
                </a:lnTo>
                <a:lnTo>
                  <a:pt x="1018514" y="2363673"/>
                </a:lnTo>
                <a:lnTo>
                  <a:pt x="1001496" y="2401773"/>
                </a:lnTo>
                <a:lnTo>
                  <a:pt x="985253" y="2452573"/>
                </a:lnTo>
                <a:lnTo>
                  <a:pt x="969797" y="2490673"/>
                </a:lnTo>
                <a:lnTo>
                  <a:pt x="955103" y="2528773"/>
                </a:lnTo>
                <a:lnTo>
                  <a:pt x="941209" y="2579573"/>
                </a:lnTo>
                <a:lnTo>
                  <a:pt x="928116" y="2617673"/>
                </a:lnTo>
                <a:lnTo>
                  <a:pt x="915809" y="2655773"/>
                </a:lnTo>
                <a:lnTo>
                  <a:pt x="904303" y="2706573"/>
                </a:lnTo>
                <a:lnTo>
                  <a:pt x="893597" y="2744673"/>
                </a:lnTo>
                <a:lnTo>
                  <a:pt x="883704" y="2795473"/>
                </a:lnTo>
                <a:lnTo>
                  <a:pt x="874623" y="2833573"/>
                </a:lnTo>
                <a:lnTo>
                  <a:pt x="866368" y="2884373"/>
                </a:lnTo>
                <a:lnTo>
                  <a:pt x="858926" y="2922473"/>
                </a:lnTo>
                <a:lnTo>
                  <a:pt x="852322" y="2973273"/>
                </a:lnTo>
                <a:lnTo>
                  <a:pt x="846543" y="3011373"/>
                </a:lnTo>
                <a:lnTo>
                  <a:pt x="841603" y="3062173"/>
                </a:lnTo>
                <a:lnTo>
                  <a:pt x="837501" y="3100273"/>
                </a:lnTo>
                <a:lnTo>
                  <a:pt x="831837" y="3189173"/>
                </a:lnTo>
                <a:lnTo>
                  <a:pt x="830287" y="3239973"/>
                </a:lnTo>
                <a:lnTo>
                  <a:pt x="829602" y="3278073"/>
                </a:lnTo>
                <a:lnTo>
                  <a:pt x="829767" y="3328873"/>
                </a:lnTo>
                <a:lnTo>
                  <a:pt x="830808" y="3379673"/>
                </a:lnTo>
                <a:lnTo>
                  <a:pt x="835507" y="3468573"/>
                </a:lnTo>
                <a:lnTo>
                  <a:pt x="843724" y="3557473"/>
                </a:lnTo>
                <a:lnTo>
                  <a:pt x="849172" y="3595573"/>
                </a:lnTo>
                <a:lnTo>
                  <a:pt x="855510" y="3646373"/>
                </a:lnTo>
                <a:lnTo>
                  <a:pt x="862736" y="3697173"/>
                </a:lnTo>
                <a:lnTo>
                  <a:pt x="870877" y="3735273"/>
                </a:lnTo>
                <a:lnTo>
                  <a:pt x="879932" y="3786073"/>
                </a:lnTo>
                <a:lnTo>
                  <a:pt x="889889" y="3824173"/>
                </a:lnTo>
                <a:lnTo>
                  <a:pt x="900760" y="3874973"/>
                </a:lnTo>
                <a:lnTo>
                  <a:pt x="912558" y="3913073"/>
                </a:lnTo>
                <a:lnTo>
                  <a:pt x="925283" y="3963873"/>
                </a:lnTo>
                <a:lnTo>
                  <a:pt x="938936" y="4014673"/>
                </a:lnTo>
                <a:lnTo>
                  <a:pt x="953528" y="4052773"/>
                </a:lnTo>
                <a:lnTo>
                  <a:pt x="964869" y="4089857"/>
                </a:lnTo>
                <a:lnTo>
                  <a:pt x="4720031" y="4089857"/>
                </a:lnTo>
                <a:lnTo>
                  <a:pt x="4720031" y="1434045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3553744" y="0"/>
            <a:ext cx="4734560" cy="4190365"/>
          </a:xfrm>
          <a:custGeom>
            <a:avLst/>
            <a:gdLst/>
            <a:ahLst/>
            <a:cxnLst/>
            <a:rect l="l" t="t" r="r" b="b"/>
            <a:pathLst>
              <a:path w="4734559" h="4190365">
                <a:moveTo>
                  <a:pt x="3384702" y="4163644"/>
                </a:moveTo>
                <a:lnTo>
                  <a:pt x="3334486" y="4165536"/>
                </a:lnTo>
                <a:lnTo>
                  <a:pt x="3284372" y="4166654"/>
                </a:lnTo>
                <a:lnTo>
                  <a:pt x="3234347" y="4167009"/>
                </a:lnTo>
                <a:lnTo>
                  <a:pt x="3184436" y="4166603"/>
                </a:lnTo>
                <a:lnTo>
                  <a:pt x="3134626" y="4165422"/>
                </a:lnTo>
                <a:lnTo>
                  <a:pt x="3084931" y="4163491"/>
                </a:lnTo>
                <a:lnTo>
                  <a:pt x="3035376" y="4160799"/>
                </a:lnTo>
                <a:lnTo>
                  <a:pt x="2985947" y="4157370"/>
                </a:lnTo>
                <a:lnTo>
                  <a:pt x="2936659" y="4153179"/>
                </a:lnTo>
                <a:lnTo>
                  <a:pt x="2887510" y="4148251"/>
                </a:lnTo>
                <a:lnTo>
                  <a:pt x="2838526" y="4142587"/>
                </a:lnTo>
                <a:lnTo>
                  <a:pt x="2789707" y="4136174"/>
                </a:lnTo>
                <a:lnTo>
                  <a:pt x="2741053" y="4129036"/>
                </a:lnTo>
                <a:lnTo>
                  <a:pt x="2692565" y="4121175"/>
                </a:lnTo>
                <a:lnTo>
                  <a:pt x="2644279" y="4112577"/>
                </a:lnTo>
                <a:lnTo>
                  <a:pt x="2596172" y="4103255"/>
                </a:lnTo>
                <a:lnTo>
                  <a:pt x="2548267" y="4093222"/>
                </a:lnTo>
                <a:lnTo>
                  <a:pt x="2500566" y="4082465"/>
                </a:lnTo>
                <a:lnTo>
                  <a:pt x="2453081" y="4070997"/>
                </a:lnTo>
                <a:lnTo>
                  <a:pt x="2405824" y="4058818"/>
                </a:lnTo>
                <a:lnTo>
                  <a:pt x="2358783" y="4045940"/>
                </a:lnTo>
                <a:lnTo>
                  <a:pt x="2311984" y="4032364"/>
                </a:lnTo>
                <a:lnTo>
                  <a:pt x="2265426" y="4018076"/>
                </a:lnTo>
                <a:lnTo>
                  <a:pt x="2219121" y="4003103"/>
                </a:lnTo>
                <a:lnTo>
                  <a:pt x="2173071" y="3987431"/>
                </a:lnTo>
                <a:lnTo>
                  <a:pt x="2127275" y="3971086"/>
                </a:lnTo>
                <a:lnTo>
                  <a:pt x="2081771" y="3954043"/>
                </a:lnTo>
                <a:lnTo>
                  <a:pt x="2036533" y="3936327"/>
                </a:lnTo>
                <a:lnTo>
                  <a:pt x="1991575" y="3917924"/>
                </a:lnTo>
                <a:lnTo>
                  <a:pt x="1946922" y="3898849"/>
                </a:lnTo>
                <a:lnTo>
                  <a:pt x="1902574" y="3879113"/>
                </a:lnTo>
                <a:lnTo>
                  <a:pt x="1858518" y="3858704"/>
                </a:lnTo>
                <a:lnTo>
                  <a:pt x="1814791" y="3837635"/>
                </a:lnTo>
                <a:lnTo>
                  <a:pt x="1771383" y="3815892"/>
                </a:lnTo>
                <a:lnTo>
                  <a:pt x="1728304" y="3793515"/>
                </a:lnTo>
                <a:lnTo>
                  <a:pt x="1685569" y="3770465"/>
                </a:lnTo>
                <a:lnTo>
                  <a:pt x="1643164" y="3746779"/>
                </a:lnTo>
                <a:lnTo>
                  <a:pt x="1601127" y="3722446"/>
                </a:lnTo>
                <a:lnTo>
                  <a:pt x="1559445" y="3697465"/>
                </a:lnTo>
                <a:lnTo>
                  <a:pt x="1518119" y="3671849"/>
                </a:lnTo>
                <a:lnTo>
                  <a:pt x="1477175" y="3645598"/>
                </a:lnTo>
                <a:lnTo>
                  <a:pt x="1436611" y="3618712"/>
                </a:lnTo>
                <a:lnTo>
                  <a:pt x="1396441" y="3591191"/>
                </a:lnTo>
                <a:lnTo>
                  <a:pt x="1356664" y="3563061"/>
                </a:lnTo>
                <a:lnTo>
                  <a:pt x="1317282" y="3534295"/>
                </a:lnTo>
                <a:lnTo>
                  <a:pt x="1278318" y="3504920"/>
                </a:lnTo>
                <a:lnTo>
                  <a:pt x="1239774" y="3474923"/>
                </a:lnTo>
                <a:lnTo>
                  <a:pt x="1201648" y="3444329"/>
                </a:lnTo>
                <a:lnTo>
                  <a:pt x="1163967" y="3413112"/>
                </a:lnTo>
                <a:lnTo>
                  <a:pt x="1126718" y="3381298"/>
                </a:lnTo>
                <a:lnTo>
                  <a:pt x="1089914" y="3348888"/>
                </a:lnTo>
                <a:lnTo>
                  <a:pt x="1053566" y="3315868"/>
                </a:lnTo>
                <a:lnTo>
                  <a:pt x="1017676" y="3282264"/>
                </a:lnTo>
                <a:lnTo>
                  <a:pt x="982256" y="3248075"/>
                </a:lnTo>
                <a:lnTo>
                  <a:pt x="947318" y="3213290"/>
                </a:lnTo>
                <a:lnTo>
                  <a:pt x="912850" y="3177933"/>
                </a:lnTo>
                <a:lnTo>
                  <a:pt x="878890" y="3141980"/>
                </a:lnTo>
                <a:lnTo>
                  <a:pt x="845413" y="3105467"/>
                </a:lnTo>
                <a:lnTo>
                  <a:pt x="812457" y="3068370"/>
                </a:lnTo>
                <a:lnTo>
                  <a:pt x="779995" y="3030715"/>
                </a:lnTo>
                <a:lnTo>
                  <a:pt x="748068" y="2992488"/>
                </a:lnTo>
                <a:lnTo>
                  <a:pt x="716661" y="2953702"/>
                </a:lnTo>
                <a:lnTo>
                  <a:pt x="685800" y="2914358"/>
                </a:lnTo>
                <a:lnTo>
                  <a:pt x="655472" y="2874454"/>
                </a:lnTo>
                <a:lnTo>
                  <a:pt x="625690" y="2834005"/>
                </a:lnTo>
                <a:lnTo>
                  <a:pt x="596493" y="2793034"/>
                </a:lnTo>
                <a:lnTo>
                  <a:pt x="567956" y="2751671"/>
                </a:lnTo>
                <a:lnTo>
                  <a:pt x="540092" y="2709900"/>
                </a:lnTo>
                <a:lnTo>
                  <a:pt x="512902" y="2667762"/>
                </a:lnTo>
                <a:lnTo>
                  <a:pt x="486384" y="2625242"/>
                </a:lnTo>
                <a:lnTo>
                  <a:pt x="460540" y="2582354"/>
                </a:lnTo>
                <a:lnTo>
                  <a:pt x="435381" y="2539111"/>
                </a:lnTo>
                <a:lnTo>
                  <a:pt x="410921" y="2495512"/>
                </a:lnTo>
                <a:lnTo>
                  <a:pt x="387146" y="2451570"/>
                </a:lnTo>
                <a:lnTo>
                  <a:pt x="364058" y="2407297"/>
                </a:lnTo>
                <a:lnTo>
                  <a:pt x="341668" y="2362695"/>
                </a:lnTo>
                <a:lnTo>
                  <a:pt x="319989" y="2317788"/>
                </a:lnTo>
                <a:lnTo>
                  <a:pt x="299008" y="2272563"/>
                </a:lnTo>
                <a:lnTo>
                  <a:pt x="278739" y="2227046"/>
                </a:lnTo>
                <a:lnTo>
                  <a:pt x="259181" y="2181225"/>
                </a:lnTo>
                <a:lnTo>
                  <a:pt x="240347" y="2135124"/>
                </a:lnTo>
                <a:lnTo>
                  <a:pt x="222224" y="2088756"/>
                </a:lnTo>
                <a:lnTo>
                  <a:pt x="204825" y="2042121"/>
                </a:lnTo>
                <a:lnTo>
                  <a:pt x="188163" y="1995220"/>
                </a:lnTo>
                <a:lnTo>
                  <a:pt x="172224" y="1948078"/>
                </a:lnTo>
                <a:lnTo>
                  <a:pt x="157022" y="1900694"/>
                </a:lnTo>
                <a:lnTo>
                  <a:pt x="142557" y="1853069"/>
                </a:lnTo>
                <a:lnTo>
                  <a:pt x="128828" y="1805228"/>
                </a:lnTo>
                <a:lnTo>
                  <a:pt x="115862" y="1757159"/>
                </a:lnTo>
                <a:lnTo>
                  <a:pt x="103632" y="1708899"/>
                </a:lnTo>
                <a:lnTo>
                  <a:pt x="92163" y="1660436"/>
                </a:lnTo>
                <a:lnTo>
                  <a:pt x="81445" y="1611769"/>
                </a:lnTo>
                <a:lnTo>
                  <a:pt x="71501" y="1562938"/>
                </a:lnTo>
                <a:lnTo>
                  <a:pt x="62306" y="1513916"/>
                </a:lnTo>
                <a:lnTo>
                  <a:pt x="53886" y="1464741"/>
                </a:lnTo>
                <a:lnTo>
                  <a:pt x="46240" y="1415402"/>
                </a:lnTo>
                <a:lnTo>
                  <a:pt x="39370" y="1365923"/>
                </a:lnTo>
                <a:lnTo>
                  <a:pt x="33274" y="1316291"/>
                </a:lnTo>
                <a:lnTo>
                  <a:pt x="27965" y="1266545"/>
                </a:lnTo>
                <a:lnTo>
                  <a:pt x="23444" y="1216660"/>
                </a:lnTo>
                <a:lnTo>
                  <a:pt x="0" y="1219479"/>
                </a:lnTo>
                <a:lnTo>
                  <a:pt x="4483" y="1269644"/>
                </a:lnTo>
                <a:lnTo>
                  <a:pt x="9753" y="1319682"/>
                </a:lnTo>
                <a:lnTo>
                  <a:pt x="15824" y="1369606"/>
                </a:lnTo>
                <a:lnTo>
                  <a:pt x="22669" y="1419390"/>
                </a:lnTo>
                <a:lnTo>
                  <a:pt x="30302" y="1469047"/>
                </a:lnTo>
                <a:lnTo>
                  <a:pt x="38722" y="1518539"/>
                </a:lnTo>
                <a:lnTo>
                  <a:pt x="47904" y="1567878"/>
                </a:lnTo>
                <a:lnTo>
                  <a:pt x="57861" y="1617040"/>
                </a:lnTo>
                <a:lnTo>
                  <a:pt x="68592" y="1666036"/>
                </a:lnTo>
                <a:lnTo>
                  <a:pt x="80086" y="1714842"/>
                </a:lnTo>
                <a:lnTo>
                  <a:pt x="92341" y="1763458"/>
                </a:lnTo>
                <a:lnTo>
                  <a:pt x="105359" y="1811870"/>
                </a:lnTo>
                <a:lnTo>
                  <a:pt x="119113" y="1860067"/>
                </a:lnTo>
                <a:lnTo>
                  <a:pt x="133629" y="1908048"/>
                </a:lnTo>
                <a:lnTo>
                  <a:pt x="148894" y="1955787"/>
                </a:lnTo>
                <a:lnTo>
                  <a:pt x="164896" y="2003298"/>
                </a:lnTo>
                <a:lnTo>
                  <a:pt x="181648" y="2050554"/>
                </a:lnTo>
                <a:lnTo>
                  <a:pt x="199123" y="2097557"/>
                </a:lnTo>
                <a:lnTo>
                  <a:pt x="217335" y="2144293"/>
                </a:lnTo>
                <a:lnTo>
                  <a:pt x="236270" y="2190762"/>
                </a:lnTo>
                <a:lnTo>
                  <a:pt x="255930" y="2236940"/>
                </a:lnTo>
                <a:lnTo>
                  <a:pt x="276313" y="2282837"/>
                </a:lnTo>
                <a:lnTo>
                  <a:pt x="297421" y="2328418"/>
                </a:lnTo>
                <a:lnTo>
                  <a:pt x="319239" y="2373706"/>
                </a:lnTo>
                <a:lnTo>
                  <a:pt x="341757" y="2418664"/>
                </a:lnTo>
                <a:lnTo>
                  <a:pt x="364985" y="2463292"/>
                </a:lnTo>
                <a:lnTo>
                  <a:pt x="388924" y="2507589"/>
                </a:lnTo>
                <a:lnTo>
                  <a:pt x="413550" y="2551544"/>
                </a:lnTo>
                <a:lnTo>
                  <a:pt x="438886" y="2595143"/>
                </a:lnTo>
                <a:lnTo>
                  <a:pt x="464908" y="2638374"/>
                </a:lnTo>
                <a:lnTo>
                  <a:pt x="491617" y="2681236"/>
                </a:lnTo>
                <a:lnTo>
                  <a:pt x="519010" y="2723731"/>
                </a:lnTo>
                <a:lnTo>
                  <a:pt x="547077" y="2765818"/>
                </a:lnTo>
                <a:lnTo>
                  <a:pt x="575830" y="2807512"/>
                </a:lnTo>
                <a:lnTo>
                  <a:pt x="605256" y="2848800"/>
                </a:lnTo>
                <a:lnTo>
                  <a:pt x="634758" y="2888894"/>
                </a:lnTo>
                <a:lnTo>
                  <a:pt x="664806" y="2928455"/>
                </a:lnTo>
                <a:lnTo>
                  <a:pt x="695388" y="2967469"/>
                </a:lnTo>
                <a:lnTo>
                  <a:pt x="726490" y="3005937"/>
                </a:lnTo>
                <a:lnTo>
                  <a:pt x="758113" y="3043859"/>
                </a:lnTo>
                <a:lnTo>
                  <a:pt x="790232" y="3081236"/>
                </a:lnTo>
                <a:lnTo>
                  <a:pt x="822871" y="3118040"/>
                </a:lnTo>
                <a:lnTo>
                  <a:pt x="855992" y="3154299"/>
                </a:lnTo>
                <a:lnTo>
                  <a:pt x="889609" y="3189998"/>
                </a:lnTo>
                <a:lnTo>
                  <a:pt x="923709" y="3225127"/>
                </a:lnTo>
                <a:lnTo>
                  <a:pt x="958278" y="3259683"/>
                </a:lnTo>
                <a:lnTo>
                  <a:pt x="993317" y="3293668"/>
                </a:lnTo>
                <a:lnTo>
                  <a:pt x="1028814" y="3327082"/>
                </a:lnTo>
                <a:lnTo>
                  <a:pt x="1064768" y="3359912"/>
                </a:lnTo>
                <a:lnTo>
                  <a:pt x="1101166" y="3392170"/>
                </a:lnTo>
                <a:lnTo>
                  <a:pt x="1138008" y="3423831"/>
                </a:lnTo>
                <a:lnTo>
                  <a:pt x="1175270" y="3454908"/>
                </a:lnTo>
                <a:lnTo>
                  <a:pt x="1212964" y="3485388"/>
                </a:lnTo>
                <a:lnTo>
                  <a:pt x="1251077" y="3515283"/>
                </a:lnTo>
                <a:lnTo>
                  <a:pt x="1289608" y="3544570"/>
                </a:lnTo>
                <a:lnTo>
                  <a:pt x="1328534" y="3573259"/>
                </a:lnTo>
                <a:lnTo>
                  <a:pt x="1367866" y="3601339"/>
                </a:lnTo>
                <a:lnTo>
                  <a:pt x="1407579" y="3628821"/>
                </a:lnTo>
                <a:lnTo>
                  <a:pt x="1447673" y="3655682"/>
                </a:lnTo>
                <a:lnTo>
                  <a:pt x="1488147" y="3681920"/>
                </a:lnTo>
                <a:lnTo>
                  <a:pt x="1528991" y="3707549"/>
                </a:lnTo>
                <a:lnTo>
                  <a:pt x="1570189" y="3732555"/>
                </a:lnTo>
                <a:lnTo>
                  <a:pt x="1611757" y="3756939"/>
                </a:lnTo>
                <a:lnTo>
                  <a:pt x="1653667" y="3780688"/>
                </a:lnTo>
                <a:lnTo>
                  <a:pt x="1695907" y="3803802"/>
                </a:lnTo>
                <a:lnTo>
                  <a:pt x="1738490" y="3826281"/>
                </a:lnTo>
                <a:lnTo>
                  <a:pt x="1781403" y="3848125"/>
                </a:lnTo>
                <a:lnTo>
                  <a:pt x="1824621" y="3869334"/>
                </a:lnTo>
                <a:lnTo>
                  <a:pt x="1868170" y="3889883"/>
                </a:lnTo>
                <a:lnTo>
                  <a:pt x="1912010" y="3909784"/>
                </a:lnTo>
                <a:lnTo>
                  <a:pt x="1956155" y="3929037"/>
                </a:lnTo>
                <a:lnTo>
                  <a:pt x="2000592" y="3947642"/>
                </a:lnTo>
                <a:lnTo>
                  <a:pt x="2045309" y="3965575"/>
                </a:lnTo>
                <a:lnTo>
                  <a:pt x="2090305" y="3982847"/>
                </a:lnTo>
                <a:lnTo>
                  <a:pt x="2135568" y="3999458"/>
                </a:lnTo>
                <a:lnTo>
                  <a:pt x="2181098" y="4015397"/>
                </a:lnTo>
                <a:lnTo>
                  <a:pt x="2226894" y="4030675"/>
                </a:lnTo>
                <a:lnTo>
                  <a:pt x="2272931" y="4045254"/>
                </a:lnTo>
                <a:lnTo>
                  <a:pt x="2319197" y="4059174"/>
                </a:lnTo>
                <a:lnTo>
                  <a:pt x="2365718" y="4072407"/>
                </a:lnTo>
                <a:lnTo>
                  <a:pt x="2412454" y="4084942"/>
                </a:lnTo>
                <a:lnTo>
                  <a:pt x="2459418" y="4096804"/>
                </a:lnTo>
                <a:lnTo>
                  <a:pt x="2506599" y="4107967"/>
                </a:lnTo>
                <a:lnTo>
                  <a:pt x="2553982" y="4118432"/>
                </a:lnTo>
                <a:lnTo>
                  <a:pt x="2601557" y="4128198"/>
                </a:lnTo>
                <a:lnTo>
                  <a:pt x="2649334" y="4137253"/>
                </a:lnTo>
                <a:lnTo>
                  <a:pt x="2697302" y="4145610"/>
                </a:lnTo>
                <a:lnTo>
                  <a:pt x="2745435" y="4153255"/>
                </a:lnTo>
                <a:lnTo>
                  <a:pt x="2793746" y="4160189"/>
                </a:lnTo>
                <a:lnTo>
                  <a:pt x="2842222" y="4166412"/>
                </a:lnTo>
                <a:lnTo>
                  <a:pt x="2890863" y="4171912"/>
                </a:lnTo>
                <a:lnTo>
                  <a:pt x="2939643" y="4176687"/>
                </a:lnTo>
                <a:lnTo>
                  <a:pt x="2988576" y="4180738"/>
                </a:lnTo>
                <a:lnTo>
                  <a:pt x="3037636" y="4184053"/>
                </a:lnTo>
                <a:lnTo>
                  <a:pt x="3086836" y="4186644"/>
                </a:lnTo>
                <a:lnTo>
                  <a:pt x="3136150" y="4188498"/>
                </a:lnTo>
                <a:lnTo>
                  <a:pt x="3185579" y="4189603"/>
                </a:lnTo>
                <a:lnTo>
                  <a:pt x="3235121" y="4189971"/>
                </a:lnTo>
                <a:lnTo>
                  <a:pt x="3284766" y="4189590"/>
                </a:lnTo>
                <a:lnTo>
                  <a:pt x="3334499" y="4188460"/>
                </a:lnTo>
                <a:lnTo>
                  <a:pt x="3384321" y="4186580"/>
                </a:lnTo>
                <a:lnTo>
                  <a:pt x="3384702" y="4163644"/>
                </a:lnTo>
                <a:close/>
              </a:path>
              <a:path w="4734559" h="4190365">
                <a:moveTo>
                  <a:pt x="4734242" y="0"/>
                </a:moveTo>
                <a:lnTo>
                  <a:pt x="994702" y="0"/>
                </a:lnTo>
                <a:lnTo>
                  <a:pt x="984008" y="26365"/>
                </a:lnTo>
                <a:lnTo>
                  <a:pt x="969327" y="64465"/>
                </a:lnTo>
                <a:lnTo>
                  <a:pt x="955421" y="115265"/>
                </a:lnTo>
                <a:lnTo>
                  <a:pt x="942327" y="153365"/>
                </a:lnTo>
                <a:lnTo>
                  <a:pt x="930021" y="191465"/>
                </a:lnTo>
                <a:lnTo>
                  <a:pt x="918514" y="242265"/>
                </a:lnTo>
                <a:lnTo>
                  <a:pt x="907808" y="280365"/>
                </a:lnTo>
                <a:lnTo>
                  <a:pt x="897915" y="331165"/>
                </a:lnTo>
                <a:lnTo>
                  <a:pt x="888834" y="369265"/>
                </a:lnTo>
                <a:lnTo>
                  <a:pt x="880579" y="420065"/>
                </a:lnTo>
                <a:lnTo>
                  <a:pt x="873137" y="458165"/>
                </a:lnTo>
                <a:lnTo>
                  <a:pt x="866533" y="508965"/>
                </a:lnTo>
                <a:lnTo>
                  <a:pt x="860755" y="547065"/>
                </a:lnTo>
                <a:lnTo>
                  <a:pt x="855814" y="597865"/>
                </a:lnTo>
                <a:lnTo>
                  <a:pt x="851712" y="635965"/>
                </a:lnTo>
                <a:lnTo>
                  <a:pt x="846048" y="724865"/>
                </a:lnTo>
                <a:lnTo>
                  <a:pt x="844499" y="775665"/>
                </a:lnTo>
                <a:lnTo>
                  <a:pt x="843813" y="813765"/>
                </a:lnTo>
                <a:lnTo>
                  <a:pt x="843978" y="864565"/>
                </a:lnTo>
                <a:lnTo>
                  <a:pt x="845019" y="915365"/>
                </a:lnTo>
                <a:lnTo>
                  <a:pt x="849718" y="1004265"/>
                </a:lnTo>
                <a:lnTo>
                  <a:pt x="857935" y="1093165"/>
                </a:lnTo>
                <a:lnTo>
                  <a:pt x="863384" y="1131265"/>
                </a:lnTo>
                <a:lnTo>
                  <a:pt x="869721" y="1182065"/>
                </a:lnTo>
                <a:lnTo>
                  <a:pt x="876960" y="1232865"/>
                </a:lnTo>
                <a:lnTo>
                  <a:pt x="885088" y="1270965"/>
                </a:lnTo>
                <a:lnTo>
                  <a:pt x="894130" y="1321701"/>
                </a:lnTo>
                <a:lnTo>
                  <a:pt x="904100" y="1359865"/>
                </a:lnTo>
                <a:lnTo>
                  <a:pt x="914984" y="1410665"/>
                </a:lnTo>
                <a:lnTo>
                  <a:pt x="926782" y="1448765"/>
                </a:lnTo>
                <a:lnTo>
                  <a:pt x="939495" y="1499565"/>
                </a:lnTo>
                <a:lnTo>
                  <a:pt x="953160" y="1550365"/>
                </a:lnTo>
                <a:lnTo>
                  <a:pt x="967740" y="1588465"/>
                </a:lnTo>
                <a:lnTo>
                  <a:pt x="983272" y="1639265"/>
                </a:lnTo>
                <a:lnTo>
                  <a:pt x="999744" y="1677365"/>
                </a:lnTo>
                <a:lnTo>
                  <a:pt x="1008202" y="1702054"/>
                </a:lnTo>
                <a:lnTo>
                  <a:pt x="1086485" y="1875942"/>
                </a:lnTo>
                <a:lnTo>
                  <a:pt x="1096022" y="1893265"/>
                </a:lnTo>
                <a:lnTo>
                  <a:pt x="1117739" y="1944065"/>
                </a:lnTo>
                <a:lnTo>
                  <a:pt x="1122616" y="1952332"/>
                </a:lnTo>
                <a:lnTo>
                  <a:pt x="1140206" y="1982165"/>
                </a:lnTo>
                <a:lnTo>
                  <a:pt x="1163396" y="2020265"/>
                </a:lnTo>
                <a:lnTo>
                  <a:pt x="1187310" y="2071065"/>
                </a:lnTo>
                <a:lnTo>
                  <a:pt x="1211922" y="2109165"/>
                </a:lnTo>
                <a:lnTo>
                  <a:pt x="1237234" y="2147265"/>
                </a:lnTo>
                <a:lnTo>
                  <a:pt x="1263243" y="2185365"/>
                </a:lnTo>
                <a:lnTo>
                  <a:pt x="1289913" y="2223465"/>
                </a:lnTo>
                <a:lnTo>
                  <a:pt x="1317244" y="2261565"/>
                </a:lnTo>
                <a:lnTo>
                  <a:pt x="1345222" y="2299665"/>
                </a:lnTo>
                <a:lnTo>
                  <a:pt x="1373847" y="2337765"/>
                </a:lnTo>
                <a:lnTo>
                  <a:pt x="1403083" y="2363165"/>
                </a:lnTo>
                <a:lnTo>
                  <a:pt x="1432941" y="2401265"/>
                </a:lnTo>
                <a:lnTo>
                  <a:pt x="1463408" y="2439365"/>
                </a:lnTo>
                <a:lnTo>
                  <a:pt x="1494459" y="2464765"/>
                </a:lnTo>
                <a:lnTo>
                  <a:pt x="1558277" y="2540965"/>
                </a:lnTo>
                <a:lnTo>
                  <a:pt x="1591017" y="2566365"/>
                </a:lnTo>
                <a:lnTo>
                  <a:pt x="1624317" y="2591765"/>
                </a:lnTo>
                <a:lnTo>
                  <a:pt x="1658137" y="2629865"/>
                </a:lnTo>
                <a:lnTo>
                  <a:pt x="1727327" y="2680665"/>
                </a:lnTo>
                <a:lnTo>
                  <a:pt x="1762671" y="2718765"/>
                </a:lnTo>
                <a:lnTo>
                  <a:pt x="1798497" y="2744165"/>
                </a:lnTo>
                <a:lnTo>
                  <a:pt x="1871548" y="2794965"/>
                </a:lnTo>
                <a:lnTo>
                  <a:pt x="1946402" y="2845765"/>
                </a:lnTo>
                <a:lnTo>
                  <a:pt x="2022957" y="2896565"/>
                </a:lnTo>
                <a:lnTo>
                  <a:pt x="2061832" y="2909265"/>
                </a:lnTo>
                <a:lnTo>
                  <a:pt x="2140750" y="2960065"/>
                </a:lnTo>
                <a:lnTo>
                  <a:pt x="2180767" y="2972765"/>
                </a:lnTo>
                <a:lnTo>
                  <a:pt x="2221141" y="2998165"/>
                </a:lnTo>
                <a:lnTo>
                  <a:pt x="2261857" y="3010865"/>
                </a:lnTo>
                <a:lnTo>
                  <a:pt x="2302891" y="3036265"/>
                </a:lnTo>
                <a:lnTo>
                  <a:pt x="2427884" y="3074365"/>
                </a:lnTo>
                <a:lnTo>
                  <a:pt x="2470124" y="3099765"/>
                </a:lnTo>
                <a:lnTo>
                  <a:pt x="2641714" y="3150565"/>
                </a:lnTo>
                <a:lnTo>
                  <a:pt x="2685199" y="3150565"/>
                </a:lnTo>
                <a:lnTo>
                  <a:pt x="2816872" y="3188665"/>
                </a:lnTo>
                <a:lnTo>
                  <a:pt x="2861145" y="3188665"/>
                </a:lnTo>
                <a:lnTo>
                  <a:pt x="2905569" y="3201365"/>
                </a:lnTo>
                <a:lnTo>
                  <a:pt x="2950159" y="3201365"/>
                </a:lnTo>
                <a:lnTo>
                  <a:pt x="2994876" y="3214065"/>
                </a:lnTo>
                <a:lnTo>
                  <a:pt x="3447326" y="3214065"/>
                </a:lnTo>
                <a:lnTo>
                  <a:pt x="3492830" y="3201365"/>
                </a:lnTo>
                <a:lnTo>
                  <a:pt x="3538334" y="3201365"/>
                </a:lnTo>
                <a:lnTo>
                  <a:pt x="3583838" y="3188665"/>
                </a:lnTo>
                <a:lnTo>
                  <a:pt x="3629304" y="3188665"/>
                </a:lnTo>
                <a:lnTo>
                  <a:pt x="3674745" y="3175965"/>
                </a:lnTo>
                <a:lnTo>
                  <a:pt x="3720134" y="3175965"/>
                </a:lnTo>
                <a:lnTo>
                  <a:pt x="4010634" y="3094088"/>
                </a:lnTo>
                <a:lnTo>
                  <a:pt x="4070642" y="3067075"/>
                </a:lnTo>
                <a:lnTo>
                  <a:pt x="4080129" y="3061665"/>
                </a:lnTo>
                <a:lnTo>
                  <a:pt x="4087025" y="3059696"/>
                </a:lnTo>
                <a:lnTo>
                  <a:pt x="4357929" y="2937738"/>
                </a:lnTo>
                <a:lnTo>
                  <a:pt x="4384129" y="2921965"/>
                </a:lnTo>
                <a:lnTo>
                  <a:pt x="4466069" y="2871165"/>
                </a:lnTo>
                <a:lnTo>
                  <a:pt x="4506112" y="2858465"/>
                </a:lnTo>
                <a:lnTo>
                  <a:pt x="4545533" y="2833065"/>
                </a:lnTo>
                <a:lnTo>
                  <a:pt x="4584306" y="2794965"/>
                </a:lnTo>
                <a:lnTo>
                  <a:pt x="4622457" y="2769565"/>
                </a:lnTo>
                <a:lnTo>
                  <a:pt x="4659973" y="2744165"/>
                </a:lnTo>
                <a:lnTo>
                  <a:pt x="4696828" y="2718765"/>
                </a:lnTo>
                <a:lnTo>
                  <a:pt x="4733048" y="2693365"/>
                </a:lnTo>
                <a:lnTo>
                  <a:pt x="4734242" y="2692082"/>
                </a:lnTo>
                <a:lnTo>
                  <a:pt x="4734242" y="0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77774" y="86501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80394" y="97937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77774" y="34212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53010" y="3535599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977774" y="1504069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154349" y="161843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977774" y="21431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152861" y="225748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977774" y="278218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146610" y="2896544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977774" y="406029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149140" y="4174654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977774" y="469934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154647" y="4813710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977774" y="89823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977774" y="77042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977774" y="8343282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735587" y="5977457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5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5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1108055" y="6241077"/>
            <a:ext cx="2476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15">
                <a:solidFill>
                  <a:srgbClr val="FFFEFE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977774" y="706517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103301" y="7179533"/>
            <a:ext cx="257175" cy="156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dirty="0" sz="1700" spc="-3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14315" y="9105333"/>
            <a:ext cx="235585" cy="28448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700" spc="-80">
                <a:solidFill>
                  <a:srgbClr val="181818"/>
                </a:solidFill>
                <a:latin typeface="Tahoma"/>
                <a:cs typeface="Tahoma"/>
              </a:rPr>
              <a:t>13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790786" y="0"/>
            <a:ext cx="5497830" cy="8021320"/>
            <a:chOff x="12790786" y="0"/>
            <a:chExt cx="5497830" cy="8021320"/>
          </a:xfrm>
        </p:grpSpPr>
        <p:sp>
          <p:nvSpPr>
            <p:cNvPr id="3" name="object 3" descr=""/>
            <p:cNvSpPr/>
            <p:nvPr/>
          </p:nvSpPr>
          <p:spPr>
            <a:xfrm>
              <a:off x="16313641" y="1028699"/>
              <a:ext cx="942975" cy="236220"/>
            </a:xfrm>
            <a:custGeom>
              <a:avLst/>
              <a:gdLst/>
              <a:ahLst/>
              <a:cxnLst/>
              <a:rect l="l" t="t" r="r" b="b"/>
              <a:pathLst>
                <a:path w="942975" h="236219">
                  <a:moveTo>
                    <a:pt x="117816" y="235632"/>
                  </a:moveTo>
                  <a:lnTo>
                    <a:pt x="71946" y="226377"/>
                  </a:lnTo>
                  <a:lnTo>
                    <a:pt x="34498" y="201134"/>
                  </a:lnTo>
                  <a:lnTo>
                    <a:pt x="9255" y="163686"/>
                  </a:lnTo>
                  <a:lnTo>
                    <a:pt x="0" y="117816"/>
                  </a:lnTo>
                  <a:lnTo>
                    <a:pt x="9255" y="71946"/>
                  </a:lnTo>
                  <a:lnTo>
                    <a:pt x="34498" y="34498"/>
                  </a:lnTo>
                  <a:lnTo>
                    <a:pt x="71946" y="9255"/>
                  </a:lnTo>
                  <a:lnTo>
                    <a:pt x="117816" y="0"/>
                  </a:lnTo>
                  <a:lnTo>
                    <a:pt x="163686" y="9255"/>
                  </a:lnTo>
                  <a:lnTo>
                    <a:pt x="201134" y="34498"/>
                  </a:lnTo>
                  <a:lnTo>
                    <a:pt x="226377" y="71946"/>
                  </a:lnTo>
                  <a:lnTo>
                    <a:pt x="235632" y="117816"/>
                  </a:lnTo>
                  <a:lnTo>
                    <a:pt x="226377" y="163686"/>
                  </a:lnTo>
                  <a:lnTo>
                    <a:pt x="201134" y="201134"/>
                  </a:lnTo>
                  <a:lnTo>
                    <a:pt x="163686" y="226377"/>
                  </a:lnTo>
                  <a:lnTo>
                    <a:pt x="117816" y="235632"/>
                  </a:lnTo>
                  <a:close/>
                </a:path>
                <a:path w="942975" h="236219">
                  <a:moveTo>
                    <a:pt x="824713" y="235632"/>
                  </a:moveTo>
                  <a:lnTo>
                    <a:pt x="778843" y="226377"/>
                  </a:lnTo>
                  <a:lnTo>
                    <a:pt x="741395" y="201134"/>
                  </a:lnTo>
                  <a:lnTo>
                    <a:pt x="716152" y="163686"/>
                  </a:lnTo>
                  <a:lnTo>
                    <a:pt x="706897" y="117816"/>
                  </a:lnTo>
                  <a:lnTo>
                    <a:pt x="716152" y="71946"/>
                  </a:lnTo>
                  <a:lnTo>
                    <a:pt x="741395" y="34498"/>
                  </a:lnTo>
                  <a:lnTo>
                    <a:pt x="778843" y="9255"/>
                  </a:lnTo>
                  <a:lnTo>
                    <a:pt x="824713" y="0"/>
                  </a:lnTo>
                  <a:lnTo>
                    <a:pt x="870583" y="9255"/>
                  </a:lnTo>
                  <a:lnTo>
                    <a:pt x="908031" y="34498"/>
                  </a:lnTo>
                  <a:lnTo>
                    <a:pt x="933274" y="71946"/>
                  </a:lnTo>
                  <a:lnTo>
                    <a:pt x="942529" y="117816"/>
                  </a:lnTo>
                  <a:lnTo>
                    <a:pt x="933274" y="163686"/>
                  </a:lnTo>
                  <a:lnTo>
                    <a:pt x="908031" y="201134"/>
                  </a:lnTo>
                  <a:lnTo>
                    <a:pt x="870583" y="226377"/>
                  </a:lnTo>
                  <a:lnTo>
                    <a:pt x="824713" y="235632"/>
                  </a:lnTo>
                  <a:close/>
                </a:path>
                <a:path w="942975" h="236219">
                  <a:moveTo>
                    <a:pt x="471264" y="235632"/>
                  </a:moveTo>
                  <a:lnTo>
                    <a:pt x="425394" y="226377"/>
                  </a:lnTo>
                  <a:lnTo>
                    <a:pt x="387946" y="201134"/>
                  </a:lnTo>
                  <a:lnTo>
                    <a:pt x="362703" y="163686"/>
                  </a:lnTo>
                  <a:lnTo>
                    <a:pt x="353448" y="117816"/>
                  </a:lnTo>
                  <a:lnTo>
                    <a:pt x="362703" y="71946"/>
                  </a:lnTo>
                  <a:lnTo>
                    <a:pt x="387946" y="34498"/>
                  </a:lnTo>
                  <a:lnTo>
                    <a:pt x="425394" y="9255"/>
                  </a:lnTo>
                  <a:lnTo>
                    <a:pt x="471264" y="0"/>
                  </a:lnTo>
                  <a:lnTo>
                    <a:pt x="517134" y="9255"/>
                  </a:lnTo>
                  <a:lnTo>
                    <a:pt x="554583" y="34498"/>
                  </a:lnTo>
                  <a:lnTo>
                    <a:pt x="579826" y="71946"/>
                  </a:lnTo>
                  <a:lnTo>
                    <a:pt x="589081" y="117816"/>
                  </a:lnTo>
                  <a:lnTo>
                    <a:pt x="579826" y="163686"/>
                  </a:lnTo>
                  <a:lnTo>
                    <a:pt x="554583" y="201134"/>
                  </a:lnTo>
                  <a:lnTo>
                    <a:pt x="517134" y="226377"/>
                  </a:lnTo>
                  <a:lnTo>
                    <a:pt x="471264" y="235632"/>
                  </a:lnTo>
                  <a:close/>
                </a:path>
              </a:pathLst>
            </a:custGeom>
            <a:solidFill>
              <a:srgbClr val="FD6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790786" y="0"/>
              <a:ext cx="5497830" cy="8021320"/>
            </a:xfrm>
            <a:custGeom>
              <a:avLst/>
              <a:gdLst/>
              <a:ahLst/>
              <a:cxnLst/>
              <a:rect l="l" t="t" r="r" b="b"/>
              <a:pathLst>
                <a:path w="5497830" h="8021320">
                  <a:moveTo>
                    <a:pt x="5497212" y="8020791"/>
                  </a:moveTo>
                  <a:lnTo>
                    <a:pt x="5159361" y="8020791"/>
                  </a:lnTo>
                  <a:lnTo>
                    <a:pt x="5111705" y="8008091"/>
                  </a:lnTo>
                  <a:lnTo>
                    <a:pt x="4969410" y="8008091"/>
                  </a:lnTo>
                  <a:lnTo>
                    <a:pt x="4922209" y="7995391"/>
                  </a:lnTo>
                  <a:lnTo>
                    <a:pt x="4875125" y="7995391"/>
                  </a:lnTo>
                  <a:lnTo>
                    <a:pt x="4828162" y="7982691"/>
                  </a:lnTo>
                  <a:lnTo>
                    <a:pt x="4781320" y="7982691"/>
                  </a:lnTo>
                  <a:lnTo>
                    <a:pt x="4734601" y="7969991"/>
                  </a:lnTo>
                  <a:lnTo>
                    <a:pt x="4688006" y="7969991"/>
                  </a:lnTo>
                  <a:lnTo>
                    <a:pt x="4641539" y="7957291"/>
                  </a:lnTo>
                  <a:lnTo>
                    <a:pt x="4595199" y="7957291"/>
                  </a:lnTo>
                  <a:lnTo>
                    <a:pt x="4502912" y="7931891"/>
                  </a:lnTo>
                  <a:lnTo>
                    <a:pt x="4456967" y="7931891"/>
                  </a:lnTo>
                  <a:lnTo>
                    <a:pt x="4365485" y="7906491"/>
                  </a:lnTo>
                  <a:lnTo>
                    <a:pt x="4319950" y="7906491"/>
                  </a:lnTo>
                  <a:lnTo>
                    <a:pt x="3654703" y="7715991"/>
                  </a:lnTo>
                  <a:lnTo>
                    <a:pt x="3611615" y="7690591"/>
                  </a:lnTo>
                  <a:lnTo>
                    <a:pt x="3483363" y="7652491"/>
                  </a:lnTo>
                  <a:lnTo>
                    <a:pt x="3440955" y="7627091"/>
                  </a:lnTo>
                  <a:lnTo>
                    <a:pt x="3398721" y="7614391"/>
                  </a:lnTo>
                  <a:lnTo>
                    <a:pt x="3356662" y="7588991"/>
                  </a:lnTo>
                  <a:lnTo>
                    <a:pt x="3273081" y="7563591"/>
                  </a:lnTo>
                  <a:lnTo>
                    <a:pt x="3231561" y="7538191"/>
                  </a:lnTo>
                  <a:lnTo>
                    <a:pt x="3190223" y="7525491"/>
                  </a:lnTo>
                  <a:lnTo>
                    <a:pt x="3149070" y="7500091"/>
                  </a:lnTo>
                  <a:lnTo>
                    <a:pt x="3108103" y="7487391"/>
                  </a:lnTo>
                  <a:lnTo>
                    <a:pt x="3026734" y="7436591"/>
                  </a:lnTo>
                  <a:lnTo>
                    <a:pt x="2986336" y="7423891"/>
                  </a:lnTo>
                  <a:lnTo>
                    <a:pt x="2946130" y="7398491"/>
                  </a:lnTo>
                  <a:lnTo>
                    <a:pt x="2906120" y="7385791"/>
                  </a:lnTo>
                  <a:lnTo>
                    <a:pt x="2787272" y="7309591"/>
                  </a:lnTo>
                  <a:lnTo>
                    <a:pt x="2751319" y="7297948"/>
                  </a:lnTo>
                  <a:lnTo>
                    <a:pt x="3012599" y="6844540"/>
                  </a:lnTo>
                  <a:lnTo>
                    <a:pt x="3057269" y="6869979"/>
                  </a:lnTo>
                  <a:lnTo>
                    <a:pt x="3102138" y="6894929"/>
                  </a:lnTo>
                  <a:lnTo>
                    <a:pt x="3147205" y="6919388"/>
                  </a:lnTo>
                  <a:lnTo>
                    <a:pt x="3192469" y="6943356"/>
                  </a:lnTo>
                  <a:lnTo>
                    <a:pt x="3237932" y="6966834"/>
                  </a:lnTo>
                  <a:lnTo>
                    <a:pt x="3283592" y="6989822"/>
                  </a:lnTo>
                  <a:lnTo>
                    <a:pt x="3329451" y="7012320"/>
                  </a:lnTo>
                  <a:lnTo>
                    <a:pt x="3375507" y="7034327"/>
                  </a:lnTo>
                  <a:lnTo>
                    <a:pt x="3421761" y="7055844"/>
                  </a:lnTo>
                  <a:lnTo>
                    <a:pt x="3468213" y="7076871"/>
                  </a:lnTo>
                  <a:lnTo>
                    <a:pt x="3514864" y="7097407"/>
                  </a:lnTo>
                  <a:lnTo>
                    <a:pt x="3561712" y="7117453"/>
                  </a:lnTo>
                  <a:lnTo>
                    <a:pt x="3608758" y="7137008"/>
                  </a:lnTo>
                  <a:lnTo>
                    <a:pt x="3656002" y="7156074"/>
                  </a:lnTo>
                  <a:lnTo>
                    <a:pt x="3703444" y="7174648"/>
                  </a:lnTo>
                  <a:lnTo>
                    <a:pt x="3751084" y="7192733"/>
                  </a:lnTo>
                  <a:lnTo>
                    <a:pt x="3798922" y="7210327"/>
                  </a:lnTo>
                  <a:lnTo>
                    <a:pt x="3846957" y="7227431"/>
                  </a:lnTo>
                  <a:lnTo>
                    <a:pt x="3895191" y="7244045"/>
                  </a:lnTo>
                  <a:lnTo>
                    <a:pt x="3943623" y="7260168"/>
                  </a:lnTo>
                  <a:lnTo>
                    <a:pt x="3992252" y="7275801"/>
                  </a:lnTo>
                  <a:lnTo>
                    <a:pt x="4041080" y="7290943"/>
                  </a:lnTo>
                  <a:lnTo>
                    <a:pt x="4090105" y="7305595"/>
                  </a:lnTo>
                  <a:lnTo>
                    <a:pt x="4139329" y="7319757"/>
                  </a:lnTo>
                  <a:lnTo>
                    <a:pt x="4188750" y="7333429"/>
                  </a:lnTo>
                  <a:lnTo>
                    <a:pt x="4237915" y="7346490"/>
                  </a:lnTo>
                  <a:lnTo>
                    <a:pt x="4287168" y="7359040"/>
                  </a:lnTo>
                  <a:lnTo>
                    <a:pt x="4336510" y="7371077"/>
                  </a:lnTo>
                  <a:lnTo>
                    <a:pt x="4385941" y="7382602"/>
                  </a:lnTo>
                  <a:lnTo>
                    <a:pt x="4435461" y="7393615"/>
                  </a:lnTo>
                  <a:lnTo>
                    <a:pt x="4485070" y="7404115"/>
                  </a:lnTo>
                  <a:lnTo>
                    <a:pt x="4534768" y="7414104"/>
                  </a:lnTo>
                  <a:lnTo>
                    <a:pt x="4584555" y="7423580"/>
                  </a:lnTo>
                  <a:lnTo>
                    <a:pt x="4634431" y="7432544"/>
                  </a:lnTo>
                  <a:lnTo>
                    <a:pt x="4684395" y="7440995"/>
                  </a:lnTo>
                  <a:lnTo>
                    <a:pt x="4734449" y="7448935"/>
                  </a:lnTo>
                  <a:lnTo>
                    <a:pt x="4784591" y="7456362"/>
                  </a:lnTo>
                  <a:lnTo>
                    <a:pt x="4834823" y="7463277"/>
                  </a:lnTo>
                  <a:lnTo>
                    <a:pt x="4885143" y="7469680"/>
                  </a:lnTo>
                  <a:lnTo>
                    <a:pt x="4935553" y="7475570"/>
                  </a:lnTo>
                  <a:lnTo>
                    <a:pt x="4986051" y="7480949"/>
                  </a:lnTo>
                  <a:lnTo>
                    <a:pt x="5036638" y="7485815"/>
                  </a:lnTo>
                  <a:lnTo>
                    <a:pt x="5087314" y="7490169"/>
                  </a:lnTo>
                  <a:lnTo>
                    <a:pt x="5138079" y="7494010"/>
                  </a:lnTo>
                  <a:lnTo>
                    <a:pt x="5188933" y="7497340"/>
                  </a:lnTo>
                  <a:lnTo>
                    <a:pt x="5238688" y="7500091"/>
                  </a:lnTo>
                  <a:lnTo>
                    <a:pt x="5238421" y="7500091"/>
                  </a:lnTo>
                  <a:lnTo>
                    <a:pt x="5290908" y="7502462"/>
                  </a:lnTo>
                  <a:lnTo>
                    <a:pt x="5342028" y="7504255"/>
                  </a:lnTo>
                  <a:lnTo>
                    <a:pt x="5393238" y="7505535"/>
                  </a:lnTo>
                  <a:lnTo>
                    <a:pt x="5494672" y="7506553"/>
                  </a:lnTo>
                  <a:lnTo>
                    <a:pt x="5497212" y="7506553"/>
                  </a:lnTo>
                  <a:lnTo>
                    <a:pt x="5497212" y="8020791"/>
                  </a:lnTo>
                  <a:close/>
                </a:path>
                <a:path w="5497830" h="8021320">
                  <a:moveTo>
                    <a:pt x="822555" y="795196"/>
                  </a:moveTo>
                  <a:lnTo>
                    <a:pt x="341884" y="617222"/>
                  </a:lnTo>
                  <a:lnTo>
                    <a:pt x="347395" y="603991"/>
                  </a:lnTo>
                  <a:lnTo>
                    <a:pt x="363610" y="565891"/>
                  </a:lnTo>
                  <a:lnTo>
                    <a:pt x="380169" y="515091"/>
                  </a:lnTo>
                  <a:lnTo>
                    <a:pt x="397071" y="476991"/>
                  </a:lnTo>
                  <a:lnTo>
                    <a:pt x="414314" y="438891"/>
                  </a:lnTo>
                  <a:lnTo>
                    <a:pt x="431897" y="388091"/>
                  </a:lnTo>
                  <a:lnTo>
                    <a:pt x="449817" y="349991"/>
                  </a:lnTo>
                  <a:lnTo>
                    <a:pt x="468073" y="311891"/>
                  </a:lnTo>
                  <a:lnTo>
                    <a:pt x="486663" y="261091"/>
                  </a:lnTo>
                  <a:lnTo>
                    <a:pt x="505586" y="222991"/>
                  </a:lnTo>
                  <a:lnTo>
                    <a:pt x="524840" y="184891"/>
                  </a:lnTo>
                  <a:lnTo>
                    <a:pt x="544423" y="146791"/>
                  </a:lnTo>
                  <a:lnTo>
                    <a:pt x="564334" y="108691"/>
                  </a:lnTo>
                  <a:lnTo>
                    <a:pt x="584570" y="57891"/>
                  </a:lnTo>
                  <a:lnTo>
                    <a:pt x="605130" y="19791"/>
                  </a:lnTo>
                  <a:lnTo>
                    <a:pt x="615978" y="0"/>
                  </a:lnTo>
                  <a:lnTo>
                    <a:pt x="1200279" y="0"/>
                  </a:lnTo>
                  <a:lnTo>
                    <a:pt x="1184924" y="26106"/>
                  </a:lnTo>
                  <a:lnTo>
                    <a:pt x="1160007" y="69468"/>
                  </a:lnTo>
                  <a:lnTo>
                    <a:pt x="1135541" y="113065"/>
                  </a:lnTo>
                  <a:lnTo>
                    <a:pt x="1111524" y="156897"/>
                  </a:lnTo>
                  <a:lnTo>
                    <a:pt x="1087958" y="200963"/>
                  </a:lnTo>
                  <a:lnTo>
                    <a:pt x="1064841" y="245264"/>
                  </a:lnTo>
                  <a:lnTo>
                    <a:pt x="1042175" y="289801"/>
                  </a:lnTo>
                  <a:lnTo>
                    <a:pt x="1019959" y="334572"/>
                  </a:lnTo>
                  <a:lnTo>
                    <a:pt x="998193" y="379577"/>
                  </a:lnTo>
                  <a:lnTo>
                    <a:pt x="976877" y="424818"/>
                  </a:lnTo>
                  <a:lnTo>
                    <a:pt x="956012" y="470293"/>
                  </a:lnTo>
                  <a:lnTo>
                    <a:pt x="935596" y="516004"/>
                  </a:lnTo>
                  <a:lnTo>
                    <a:pt x="915631" y="561949"/>
                  </a:lnTo>
                  <a:lnTo>
                    <a:pt x="896115" y="608129"/>
                  </a:lnTo>
                  <a:lnTo>
                    <a:pt x="877050" y="654543"/>
                  </a:lnTo>
                  <a:lnTo>
                    <a:pt x="858435" y="701193"/>
                  </a:lnTo>
                  <a:lnTo>
                    <a:pt x="840270" y="748077"/>
                  </a:lnTo>
                  <a:lnTo>
                    <a:pt x="822555" y="795196"/>
                  </a:lnTo>
                  <a:close/>
                </a:path>
                <a:path w="5497830" h="8021320">
                  <a:moveTo>
                    <a:pt x="241780" y="4152789"/>
                  </a:moveTo>
                  <a:lnTo>
                    <a:pt x="230282" y="4109191"/>
                  </a:lnTo>
                  <a:lnTo>
                    <a:pt x="217245" y="4071091"/>
                  </a:lnTo>
                  <a:lnTo>
                    <a:pt x="204568" y="4020291"/>
                  </a:lnTo>
                  <a:lnTo>
                    <a:pt x="192255" y="3982191"/>
                  </a:lnTo>
                  <a:lnTo>
                    <a:pt x="180307" y="3931391"/>
                  </a:lnTo>
                  <a:lnTo>
                    <a:pt x="168726" y="3893291"/>
                  </a:lnTo>
                  <a:lnTo>
                    <a:pt x="157513" y="3842491"/>
                  </a:lnTo>
                  <a:lnTo>
                    <a:pt x="146670" y="3791691"/>
                  </a:lnTo>
                  <a:lnTo>
                    <a:pt x="136198" y="3753591"/>
                  </a:lnTo>
                  <a:lnTo>
                    <a:pt x="126100" y="3702791"/>
                  </a:lnTo>
                  <a:lnTo>
                    <a:pt x="116377" y="3664691"/>
                  </a:lnTo>
                  <a:lnTo>
                    <a:pt x="107031" y="3613891"/>
                  </a:lnTo>
                  <a:lnTo>
                    <a:pt x="98064" y="3575791"/>
                  </a:lnTo>
                  <a:lnTo>
                    <a:pt x="89477" y="3524991"/>
                  </a:lnTo>
                  <a:lnTo>
                    <a:pt x="81272" y="3474191"/>
                  </a:lnTo>
                  <a:lnTo>
                    <a:pt x="73450" y="3436091"/>
                  </a:lnTo>
                  <a:lnTo>
                    <a:pt x="66014" y="3385291"/>
                  </a:lnTo>
                  <a:lnTo>
                    <a:pt x="58965" y="3334491"/>
                  </a:lnTo>
                  <a:lnTo>
                    <a:pt x="52304" y="3296391"/>
                  </a:lnTo>
                  <a:lnTo>
                    <a:pt x="46034" y="3245591"/>
                  </a:lnTo>
                  <a:lnTo>
                    <a:pt x="40157" y="3194791"/>
                  </a:lnTo>
                  <a:lnTo>
                    <a:pt x="34673" y="3156691"/>
                  </a:lnTo>
                  <a:lnTo>
                    <a:pt x="29584" y="3105891"/>
                  </a:lnTo>
                  <a:lnTo>
                    <a:pt x="24893" y="3055091"/>
                  </a:lnTo>
                  <a:lnTo>
                    <a:pt x="20601" y="3004291"/>
                  </a:lnTo>
                  <a:lnTo>
                    <a:pt x="16710" y="2966191"/>
                  </a:lnTo>
                  <a:lnTo>
                    <a:pt x="13221" y="2915391"/>
                  </a:lnTo>
                  <a:lnTo>
                    <a:pt x="10136" y="2864591"/>
                  </a:lnTo>
                  <a:lnTo>
                    <a:pt x="7457" y="2813791"/>
                  </a:lnTo>
                  <a:lnTo>
                    <a:pt x="5231" y="2776452"/>
                  </a:lnTo>
                  <a:lnTo>
                    <a:pt x="3375" y="2726319"/>
                  </a:lnTo>
                  <a:lnTo>
                    <a:pt x="1929" y="2676094"/>
                  </a:lnTo>
                  <a:lnTo>
                    <a:pt x="883" y="2625777"/>
                  </a:lnTo>
                  <a:lnTo>
                    <a:pt x="208" y="2585191"/>
                  </a:lnTo>
                  <a:lnTo>
                    <a:pt x="0" y="2534391"/>
                  </a:lnTo>
                  <a:lnTo>
                    <a:pt x="208" y="2483591"/>
                  </a:lnTo>
                  <a:lnTo>
                    <a:pt x="833" y="2432791"/>
                  </a:lnTo>
                  <a:lnTo>
                    <a:pt x="1872" y="2381991"/>
                  </a:lnTo>
                  <a:lnTo>
                    <a:pt x="3323" y="2343891"/>
                  </a:lnTo>
                  <a:lnTo>
                    <a:pt x="5185" y="2293091"/>
                  </a:lnTo>
                  <a:lnTo>
                    <a:pt x="7457" y="2242291"/>
                  </a:lnTo>
                  <a:lnTo>
                    <a:pt x="10136" y="2191491"/>
                  </a:lnTo>
                  <a:lnTo>
                    <a:pt x="13221" y="2140691"/>
                  </a:lnTo>
                  <a:lnTo>
                    <a:pt x="16710" y="2102591"/>
                  </a:lnTo>
                  <a:lnTo>
                    <a:pt x="20601" y="2051791"/>
                  </a:lnTo>
                  <a:lnTo>
                    <a:pt x="24893" y="2000991"/>
                  </a:lnTo>
                  <a:lnTo>
                    <a:pt x="29584" y="1962891"/>
                  </a:lnTo>
                  <a:lnTo>
                    <a:pt x="34673" y="1912091"/>
                  </a:lnTo>
                  <a:lnTo>
                    <a:pt x="40157" y="1861291"/>
                  </a:lnTo>
                  <a:lnTo>
                    <a:pt x="46034" y="1810491"/>
                  </a:lnTo>
                  <a:lnTo>
                    <a:pt x="52304" y="1772391"/>
                  </a:lnTo>
                  <a:lnTo>
                    <a:pt x="58965" y="1721591"/>
                  </a:lnTo>
                  <a:lnTo>
                    <a:pt x="66014" y="1670791"/>
                  </a:lnTo>
                  <a:lnTo>
                    <a:pt x="73450" y="1632691"/>
                  </a:lnTo>
                  <a:lnTo>
                    <a:pt x="81272" y="1581891"/>
                  </a:lnTo>
                  <a:lnTo>
                    <a:pt x="89477" y="1543791"/>
                  </a:lnTo>
                  <a:lnTo>
                    <a:pt x="98064" y="1492991"/>
                  </a:lnTo>
                  <a:lnTo>
                    <a:pt x="107031" y="1442191"/>
                  </a:lnTo>
                  <a:lnTo>
                    <a:pt x="116377" y="1404091"/>
                  </a:lnTo>
                  <a:lnTo>
                    <a:pt x="126100" y="1353291"/>
                  </a:lnTo>
                  <a:lnTo>
                    <a:pt x="136198" y="1315191"/>
                  </a:lnTo>
                  <a:lnTo>
                    <a:pt x="146670" y="1264391"/>
                  </a:lnTo>
                  <a:lnTo>
                    <a:pt x="157513" y="1213591"/>
                  </a:lnTo>
                  <a:lnTo>
                    <a:pt x="168726" y="1175491"/>
                  </a:lnTo>
                  <a:lnTo>
                    <a:pt x="180307" y="1124691"/>
                  </a:lnTo>
                  <a:lnTo>
                    <a:pt x="185899" y="1106859"/>
                  </a:lnTo>
                  <a:lnTo>
                    <a:pt x="681661" y="1238910"/>
                  </a:lnTo>
                  <a:lnTo>
                    <a:pt x="669029" y="1287305"/>
                  </a:lnTo>
                  <a:lnTo>
                    <a:pt x="656893" y="1335786"/>
                  </a:lnTo>
                  <a:lnTo>
                    <a:pt x="645252" y="1384351"/>
                  </a:lnTo>
                  <a:lnTo>
                    <a:pt x="634107" y="1433002"/>
                  </a:lnTo>
                  <a:lnTo>
                    <a:pt x="623457" y="1481738"/>
                  </a:lnTo>
                  <a:lnTo>
                    <a:pt x="613302" y="1530559"/>
                  </a:lnTo>
                  <a:lnTo>
                    <a:pt x="603643" y="1579465"/>
                  </a:lnTo>
                  <a:lnTo>
                    <a:pt x="594478" y="1628457"/>
                  </a:lnTo>
                  <a:lnTo>
                    <a:pt x="585810" y="1677533"/>
                  </a:lnTo>
                  <a:lnTo>
                    <a:pt x="577636" y="1726695"/>
                  </a:lnTo>
                  <a:lnTo>
                    <a:pt x="569958" y="1775942"/>
                  </a:lnTo>
                  <a:lnTo>
                    <a:pt x="562776" y="1825274"/>
                  </a:lnTo>
                  <a:lnTo>
                    <a:pt x="556089" y="1874691"/>
                  </a:lnTo>
                  <a:lnTo>
                    <a:pt x="549897" y="1924194"/>
                  </a:lnTo>
                  <a:lnTo>
                    <a:pt x="544200" y="1973781"/>
                  </a:lnTo>
                  <a:lnTo>
                    <a:pt x="538999" y="2023454"/>
                  </a:lnTo>
                  <a:lnTo>
                    <a:pt x="534293" y="2073212"/>
                  </a:lnTo>
                  <a:lnTo>
                    <a:pt x="530082" y="2123055"/>
                  </a:lnTo>
                  <a:lnTo>
                    <a:pt x="526367" y="2172984"/>
                  </a:lnTo>
                  <a:lnTo>
                    <a:pt x="523147" y="2222997"/>
                  </a:lnTo>
                  <a:lnTo>
                    <a:pt x="520423" y="2273096"/>
                  </a:lnTo>
                  <a:lnTo>
                    <a:pt x="518194" y="2323279"/>
                  </a:lnTo>
                  <a:lnTo>
                    <a:pt x="516460" y="2373548"/>
                  </a:lnTo>
                  <a:lnTo>
                    <a:pt x="515222" y="2423903"/>
                  </a:lnTo>
                  <a:lnTo>
                    <a:pt x="514479" y="2474342"/>
                  </a:lnTo>
                  <a:lnTo>
                    <a:pt x="514231" y="2524866"/>
                  </a:lnTo>
                  <a:lnTo>
                    <a:pt x="514478" y="2575368"/>
                  </a:lnTo>
                  <a:lnTo>
                    <a:pt x="515180" y="2623291"/>
                  </a:lnTo>
                  <a:lnTo>
                    <a:pt x="515217" y="2625777"/>
                  </a:lnTo>
                  <a:lnTo>
                    <a:pt x="516400" y="2674091"/>
                  </a:lnTo>
                  <a:lnTo>
                    <a:pt x="516449" y="2676094"/>
                  </a:lnTo>
                  <a:lnTo>
                    <a:pt x="518126" y="2724891"/>
                  </a:lnTo>
                  <a:lnTo>
                    <a:pt x="518175" y="2726319"/>
                  </a:lnTo>
                  <a:lnTo>
                    <a:pt x="520359" y="2775691"/>
                  </a:lnTo>
                  <a:lnTo>
                    <a:pt x="523104" y="2826493"/>
                  </a:lnTo>
                  <a:lnTo>
                    <a:pt x="526308" y="2876441"/>
                  </a:lnTo>
                  <a:lnTo>
                    <a:pt x="530005" y="2926297"/>
                  </a:lnTo>
                  <a:lnTo>
                    <a:pt x="534195" y="2976062"/>
                  </a:lnTo>
                  <a:lnTo>
                    <a:pt x="538878" y="3025733"/>
                  </a:lnTo>
                  <a:lnTo>
                    <a:pt x="544054" y="3075313"/>
                  </a:lnTo>
                  <a:lnTo>
                    <a:pt x="549723" y="3124801"/>
                  </a:lnTo>
                  <a:lnTo>
                    <a:pt x="555884" y="3174196"/>
                  </a:lnTo>
                  <a:lnTo>
                    <a:pt x="562539" y="3223500"/>
                  </a:lnTo>
                  <a:lnTo>
                    <a:pt x="569687" y="3272711"/>
                  </a:lnTo>
                  <a:lnTo>
                    <a:pt x="577327" y="3321830"/>
                  </a:lnTo>
                  <a:lnTo>
                    <a:pt x="585461" y="3370856"/>
                  </a:lnTo>
                  <a:lnTo>
                    <a:pt x="594087" y="3419791"/>
                  </a:lnTo>
                  <a:lnTo>
                    <a:pt x="603206" y="3468633"/>
                  </a:lnTo>
                  <a:lnTo>
                    <a:pt x="612819" y="3517384"/>
                  </a:lnTo>
                  <a:lnTo>
                    <a:pt x="622924" y="3566042"/>
                  </a:lnTo>
                  <a:lnTo>
                    <a:pt x="633522" y="3614608"/>
                  </a:lnTo>
                  <a:lnTo>
                    <a:pt x="644613" y="3663081"/>
                  </a:lnTo>
                  <a:lnTo>
                    <a:pt x="656197" y="3711463"/>
                  </a:lnTo>
                  <a:lnTo>
                    <a:pt x="668274" y="3759753"/>
                  </a:lnTo>
                  <a:lnTo>
                    <a:pt x="680844" y="3807950"/>
                  </a:lnTo>
                  <a:lnTo>
                    <a:pt x="693907" y="3856055"/>
                  </a:lnTo>
                  <a:lnTo>
                    <a:pt x="707462" y="3904068"/>
                  </a:lnTo>
                  <a:lnTo>
                    <a:pt x="721511" y="3951988"/>
                  </a:lnTo>
                  <a:lnTo>
                    <a:pt x="736053" y="3999817"/>
                  </a:lnTo>
                  <a:lnTo>
                    <a:pt x="241780" y="4152789"/>
                  </a:lnTo>
                  <a:close/>
                </a:path>
                <a:path w="5497830" h="8021320">
                  <a:moveTo>
                    <a:pt x="2317191" y="7020991"/>
                  </a:moveTo>
                  <a:lnTo>
                    <a:pt x="2293806" y="7004791"/>
                  </a:lnTo>
                  <a:lnTo>
                    <a:pt x="2257364" y="6966691"/>
                  </a:lnTo>
                  <a:lnTo>
                    <a:pt x="2113867" y="6865091"/>
                  </a:lnTo>
                  <a:lnTo>
                    <a:pt x="2078569" y="6839691"/>
                  </a:lnTo>
                  <a:lnTo>
                    <a:pt x="2043505" y="6801591"/>
                  </a:lnTo>
                  <a:lnTo>
                    <a:pt x="1939732" y="6725391"/>
                  </a:lnTo>
                  <a:lnTo>
                    <a:pt x="1905620" y="6687291"/>
                  </a:lnTo>
                  <a:lnTo>
                    <a:pt x="1838124" y="6636491"/>
                  </a:lnTo>
                  <a:lnTo>
                    <a:pt x="1804744" y="6598391"/>
                  </a:lnTo>
                  <a:lnTo>
                    <a:pt x="1738728" y="6547591"/>
                  </a:lnTo>
                  <a:lnTo>
                    <a:pt x="1706095" y="6509491"/>
                  </a:lnTo>
                  <a:lnTo>
                    <a:pt x="1673715" y="6484091"/>
                  </a:lnTo>
                  <a:lnTo>
                    <a:pt x="1641589" y="6445991"/>
                  </a:lnTo>
                  <a:lnTo>
                    <a:pt x="1609719" y="6420591"/>
                  </a:lnTo>
                  <a:lnTo>
                    <a:pt x="1578106" y="6382491"/>
                  </a:lnTo>
                  <a:lnTo>
                    <a:pt x="1546753" y="6357091"/>
                  </a:lnTo>
                  <a:lnTo>
                    <a:pt x="1515661" y="6318991"/>
                  </a:lnTo>
                  <a:lnTo>
                    <a:pt x="1484832" y="6293591"/>
                  </a:lnTo>
                  <a:lnTo>
                    <a:pt x="1454267" y="6255491"/>
                  </a:lnTo>
                  <a:lnTo>
                    <a:pt x="1423969" y="6217391"/>
                  </a:lnTo>
                  <a:lnTo>
                    <a:pt x="1393938" y="6191991"/>
                  </a:lnTo>
                  <a:lnTo>
                    <a:pt x="1364176" y="6153891"/>
                  </a:lnTo>
                  <a:lnTo>
                    <a:pt x="1334686" y="6115791"/>
                  </a:lnTo>
                  <a:lnTo>
                    <a:pt x="1305469" y="6090391"/>
                  </a:lnTo>
                  <a:lnTo>
                    <a:pt x="1276527" y="6052291"/>
                  </a:lnTo>
                  <a:lnTo>
                    <a:pt x="1247861" y="6014191"/>
                  </a:lnTo>
                  <a:lnTo>
                    <a:pt x="1219473" y="5988791"/>
                  </a:lnTo>
                  <a:lnTo>
                    <a:pt x="1191365" y="5950691"/>
                  </a:lnTo>
                  <a:lnTo>
                    <a:pt x="1163538" y="5912591"/>
                  </a:lnTo>
                  <a:lnTo>
                    <a:pt x="1135995" y="5874491"/>
                  </a:lnTo>
                  <a:lnTo>
                    <a:pt x="1108736" y="5836391"/>
                  </a:lnTo>
                  <a:lnTo>
                    <a:pt x="1081764" y="5810991"/>
                  </a:lnTo>
                  <a:lnTo>
                    <a:pt x="1055081" y="5772891"/>
                  </a:lnTo>
                  <a:lnTo>
                    <a:pt x="1028687" y="5734791"/>
                  </a:lnTo>
                  <a:lnTo>
                    <a:pt x="1002585" y="5696691"/>
                  </a:lnTo>
                  <a:lnTo>
                    <a:pt x="976776" y="5658591"/>
                  </a:lnTo>
                  <a:lnTo>
                    <a:pt x="951263" y="5620491"/>
                  </a:lnTo>
                  <a:lnTo>
                    <a:pt x="926046" y="5582391"/>
                  </a:lnTo>
                  <a:lnTo>
                    <a:pt x="901128" y="5544291"/>
                  </a:lnTo>
                  <a:lnTo>
                    <a:pt x="876510" y="5506191"/>
                  </a:lnTo>
                  <a:lnTo>
                    <a:pt x="852194" y="5468091"/>
                  </a:lnTo>
                  <a:lnTo>
                    <a:pt x="828181" y="5429991"/>
                  </a:lnTo>
                  <a:lnTo>
                    <a:pt x="804474" y="5391891"/>
                  </a:lnTo>
                  <a:lnTo>
                    <a:pt x="781074" y="5353791"/>
                  </a:lnTo>
                  <a:lnTo>
                    <a:pt x="757983" y="5315691"/>
                  </a:lnTo>
                  <a:lnTo>
                    <a:pt x="735202" y="5277591"/>
                  </a:lnTo>
                  <a:lnTo>
                    <a:pt x="712733" y="5239491"/>
                  </a:lnTo>
                  <a:lnTo>
                    <a:pt x="690578" y="5201391"/>
                  </a:lnTo>
                  <a:lnTo>
                    <a:pt x="668738" y="5163291"/>
                  </a:lnTo>
                  <a:lnTo>
                    <a:pt x="647216" y="5125191"/>
                  </a:lnTo>
                  <a:lnTo>
                    <a:pt x="626013" y="5087091"/>
                  </a:lnTo>
                  <a:lnTo>
                    <a:pt x="605130" y="5036291"/>
                  </a:lnTo>
                  <a:lnTo>
                    <a:pt x="584570" y="4998191"/>
                  </a:lnTo>
                  <a:lnTo>
                    <a:pt x="564334" y="4960091"/>
                  </a:lnTo>
                  <a:lnTo>
                    <a:pt x="544423" y="4921991"/>
                  </a:lnTo>
                  <a:lnTo>
                    <a:pt x="524840" y="4883891"/>
                  </a:lnTo>
                  <a:lnTo>
                    <a:pt x="505586" y="4833091"/>
                  </a:lnTo>
                  <a:lnTo>
                    <a:pt x="486663" y="4794991"/>
                  </a:lnTo>
                  <a:lnTo>
                    <a:pt x="468073" y="4756891"/>
                  </a:lnTo>
                  <a:lnTo>
                    <a:pt x="449817" y="4706091"/>
                  </a:lnTo>
                  <a:lnTo>
                    <a:pt x="431897" y="4667991"/>
                  </a:lnTo>
                  <a:lnTo>
                    <a:pt x="417287" y="4636333"/>
                  </a:lnTo>
                  <a:lnTo>
                    <a:pt x="894545" y="4437684"/>
                  </a:lnTo>
                  <a:lnTo>
                    <a:pt x="914100" y="4484013"/>
                  </a:lnTo>
                  <a:lnTo>
                    <a:pt x="934094" y="4530091"/>
                  </a:lnTo>
                  <a:lnTo>
                    <a:pt x="954528" y="4575918"/>
                  </a:lnTo>
                  <a:lnTo>
                    <a:pt x="975400" y="4621493"/>
                  </a:lnTo>
                  <a:lnTo>
                    <a:pt x="996711" y="4666816"/>
                  </a:lnTo>
                  <a:lnTo>
                    <a:pt x="1018461" y="4711889"/>
                  </a:lnTo>
                  <a:lnTo>
                    <a:pt x="1040649" y="4756710"/>
                  </a:lnTo>
                  <a:lnTo>
                    <a:pt x="1063277" y="4801279"/>
                  </a:lnTo>
                  <a:lnTo>
                    <a:pt x="1086344" y="4845597"/>
                  </a:lnTo>
                  <a:lnTo>
                    <a:pt x="1109849" y="4889664"/>
                  </a:lnTo>
                  <a:lnTo>
                    <a:pt x="1133794" y="4933479"/>
                  </a:lnTo>
                  <a:lnTo>
                    <a:pt x="1158177" y="4977043"/>
                  </a:lnTo>
                  <a:lnTo>
                    <a:pt x="1182999" y="5020356"/>
                  </a:lnTo>
                  <a:lnTo>
                    <a:pt x="1208261" y="5063417"/>
                  </a:lnTo>
                  <a:lnTo>
                    <a:pt x="1233961" y="5106227"/>
                  </a:lnTo>
                  <a:lnTo>
                    <a:pt x="1260100" y="5148786"/>
                  </a:lnTo>
                  <a:lnTo>
                    <a:pt x="1286678" y="5191093"/>
                  </a:lnTo>
                  <a:lnTo>
                    <a:pt x="1313694" y="5233148"/>
                  </a:lnTo>
                  <a:lnTo>
                    <a:pt x="1341150" y="5274953"/>
                  </a:lnTo>
                  <a:lnTo>
                    <a:pt x="1369045" y="5316506"/>
                  </a:lnTo>
                  <a:lnTo>
                    <a:pt x="1397378" y="5357807"/>
                  </a:lnTo>
                  <a:lnTo>
                    <a:pt x="1426151" y="5398858"/>
                  </a:lnTo>
                  <a:lnTo>
                    <a:pt x="1455362" y="5439656"/>
                  </a:lnTo>
                  <a:lnTo>
                    <a:pt x="1485013" y="5480204"/>
                  </a:lnTo>
                  <a:lnTo>
                    <a:pt x="1515102" y="5520500"/>
                  </a:lnTo>
                  <a:lnTo>
                    <a:pt x="1545630" y="5560545"/>
                  </a:lnTo>
                  <a:lnTo>
                    <a:pt x="1576597" y="5600338"/>
                  </a:lnTo>
                  <a:lnTo>
                    <a:pt x="1608003" y="5639880"/>
                  </a:lnTo>
                  <a:lnTo>
                    <a:pt x="1639565" y="5678824"/>
                  </a:lnTo>
                  <a:lnTo>
                    <a:pt x="1671466" y="5717406"/>
                  </a:lnTo>
                  <a:lnTo>
                    <a:pt x="1703708" y="5755625"/>
                  </a:lnTo>
                  <a:lnTo>
                    <a:pt x="1736289" y="5793481"/>
                  </a:lnTo>
                  <a:lnTo>
                    <a:pt x="1769210" y="5830974"/>
                  </a:lnTo>
                  <a:lnTo>
                    <a:pt x="1802470" y="5868105"/>
                  </a:lnTo>
                  <a:lnTo>
                    <a:pt x="1836071" y="5904874"/>
                  </a:lnTo>
                  <a:lnTo>
                    <a:pt x="1870011" y="5941280"/>
                  </a:lnTo>
                  <a:lnTo>
                    <a:pt x="1904291" y="5977323"/>
                  </a:lnTo>
                  <a:lnTo>
                    <a:pt x="1938910" y="6013003"/>
                  </a:lnTo>
                  <a:lnTo>
                    <a:pt x="1973869" y="6048321"/>
                  </a:lnTo>
                  <a:lnTo>
                    <a:pt x="2009168" y="6083276"/>
                  </a:lnTo>
                  <a:lnTo>
                    <a:pt x="2044807" y="6117869"/>
                  </a:lnTo>
                  <a:lnTo>
                    <a:pt x="2080786" y="6152099"/>
                  </a:lnTo>
                  <a:lnTo>
                    <a:pt x="2117104" y="6185966"/>
                  </a:lnTo>
                  <a:lnTo>
                    <a:pt x="2153762" y="6219471"/>
                  </a:lnTo>
                  <a:lnTo>
                    <a:pt x="2190760" y="6252613"/>
                  </a:lnTo>
                  <a:lnTo>
                    <a:pt x="2228097" y="6285392"/>
                  </a:lnTo>
                  <a:lnTo>
                    <a:pt x="2265774" y="6317809"/>
                  </a:lnTo>
                  <a:lnTo>
                    <a:pt x="2303791" y="6349863"/>
                  </a:lnTo>
                  <a:lnTo>
                    <a:pt x="2342148" y="6381555"/>
                  </a:lnTo>
                  <a:lnTo>
                    <a:pt x="2380844" y="6412884"/>
                  </a:lnTo>
                  <a:lnTo>
                    <a:pt x="2419880" y="6443850"/>
                  </a:lnTo>
                  <a:lnTo>
                    <a:pt x="2459256" y="6474454"/>
                  </a:lnTo>
                  <a:lnTo>
                    <a:pt x="2498971" y="6504695"/>
                  </a:lnTo>
                  <a:lnTo>
                    <a:pt x="2539027" y="6534573"/>
                  </a:lnTo>
                  <a:lnTo>
                    <a:pt x="2579422" y="6564089"/>
                  </a:lnTo>
                  <a:lnTo>
                    <a:pt x="2620156" y="6593243"/>
                  </a:lnTo>
                  <a:lnTo>
                    <a:pt x="2317191" y="7020991"/>
                  </a:lnTo>
                  <a:close/>
                </a:path>
              </a:pathLst>
            </a:custGeom>
            <a:solidFill>
              <a:srgbClr val="FD612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3120474" y="3585671"/>
            <a:ext cx="889254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-295" b="1">
                <a:latin typeface="Tahoma"/>
                <a:cs typeface="Tahoma"/>
              </a:rPr>
              <a:t>1.</a:t>
            </a:r>
            <a:r>
              <a:rPr dirty="0" sz="2400" spc="9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M.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Turk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spc="85" b="1">
                <a:latin typeface="Tahoma"/>
                <a:cs typeface="Tahoma"/>
              </a:rPr>
              <a:t>A.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Pentland,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“Eigenfaces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for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recognition”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spc="-310" b="1">
                <a:latin typeface="Tahoma"/>
                <a:cs typeface="Tahoma"/>
              </a:rPr>
              <a:t>– </a:t>
            </a:r>
            <a:r>
              <a:rPr dirty="0" sz="2400" b="1">
                <a:latin typeface="Tahoma"/>
                <a:cs typeface="Tahoma"/>
              </a:rPr>
              <a:t>introduced</a:t>
            </a:r>
            <a:r>
              <a:rPr dirty="0" sz="2400" spc="1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face</a:t>
            </a:r>
            <a:r>
              <a:rPr dirty="0" sz="2400" spc="19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recognition</a:t>
            </a:r>
            <a:r>
              <a:rPr dirty="0" sz="2400" spc="1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using</a:t>
            </a:r>
            <a:r>
              <a:rPr dirty="0" sz="2400" spc="190" b="1">
                <a:latin typeface="Tahoma"/>
                <a:cs typeface="Tahoma"/>
              </a:rPr>
              <a:t> </a:t>
            </a:r>
            <a:r>
              <a:rPr dirty="0" sz="2400" spc="65" b="1">
                <a:latin typeface="Tahoma"/>
                <a:cs typeface="Tahoma"/>
              </a:rPr>
              <a:t>PCA.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20474" y="4842971"/>
            <a:ext cx="924115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latin typeface="Tahoma"/>
                <a:cs typeface="Tahoma"/>
              </a:rPr>
              <a:t>2.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Dlib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spc="-215" b="1">
                <a:latin typeface="Tahoma"/>
                <a:cs typeface="Tahoma"/>
              </a:rPr>
              <a:t>&amp;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spc="85" b="1">
                <a:latin typeface="Tahoma"/>
                <a:cs typeface="Tahoma"/>
              </a:rPr>
              <a:t>HOG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algorithm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spc="-260" b="1">
                <a:latin typeface="Tahoma"/>
                <a:cs typeface="Tahoma"/>
              </a:rPr>
              <a:t>–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widely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used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for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fast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accurate </a:t>
            </a:r>
            <a:r>
              <a:rPr dirty="0" sz="2400" b="1">
                <a:latin typeface="Tahoma"/>
                <a:cs typeface="Tahoma"/>
              </a:rPr>
              <a:t>face</a:t>
            </a:r>
            <a:r>
              <a:rPr dirty="0" sz="2400" spc="13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location.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20474" y="6100271"/>
            <a:ext cx="871537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latin typeface="Tahoma"/>
                <a:cs typeface="Tahoma"/>
              </a:rPr>
              <a:t>3.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Recent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advancements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include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spc="70" b="1">
                <a:latin typeface="Tahoma"/>
                <a:cs typeface="Tahoma"/>
              </a:rPr>
              <a:t>deep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learning</a:t>
            </a:r>
            <a:r>
              <a:rPr dirty="0" sz="2400" spc="6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methods </a:t>
            </a:r>
            <a:r>
              <a:rPr dirty="0" sz="2400" b="1">
                <a:latin typeface="Tahoma"/>
                <a:cs typeface="Tahoma"/>
              </a:rPr>
              <a:t>(CNNs)</a:t>
            </a:r>
            <a:r>
              <a:rPr dirty="0" sz="2400" spc="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for</a:t>
            </a:r>
            <a:r>
              <a:rPr dirty="0" sz="2400" spc="9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high</a:t>
            </a:r>
            <a:r>
              <a:rPr dirty="0" sz="2400" spc="9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accuracy.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36292" y="744760"/>
            <a:ext cx="4814570" cy="2197100"/>
          </a:xfrm>
          <a:prstGeom prst="rect"/>
        </p:spPr>
        <p:txBody>
          <a:bodyPr wrap="square" lIns="0" tIns="139700" rIns="0" bIns="0" rtlCol="0" vert="horz">
            <a:spAutoFit/>
          </a:bodyPr>
          <a:lstStyle/>
          <a:p>
            <a:pPr marL="12700" marR="5080">
              <a:lnSpc>
                <a:spcPts val="8100"/>
              </a:lnSpc>
              <a:spcBef>
                <a:spcPts val="1100"/>
              </a:spcBef>
            </a:pPr>
            <a:r>
              <a:rPr dirty="0" sz="7500" spc="-10"/>
              <a:t>Literature Review</a:t>
            </a:r>
            <a:endParaRPr sz="7500"/>
          </a:p>
        </p:txBody>
      </p:sp>
      <p:sp>
        <p:nvSpPr>
          <p:cNvPr id="9" name="object 9" descr=""/>
          <p:cNvSpPr/>
          <p:nvPr/>
        </p:nvSpPr>
        <p:spPr>
          <a:xfrm>
            <a:off x="977774" y="1504069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54349" y="161843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7774" y="5338402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51075" y="5452765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77774" y="34212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53010" y="3535599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77774" y="86501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80394" y="97937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77774" y="21431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52861" y="225748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77774" y="278218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46610" y="2896544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977774" y="406029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149140" y="4174654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977774" y="469934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154647" y="4813710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977774" y="597745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149140" y="6091821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977774" y="89823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977774" y="77042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977774" y="834328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115803" y="7818589"/>
            <a:ext cx="232410" cy="92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8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735587" y="661651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5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5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1035129" y="6880132"/>
            <a:ext cx="3937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>
                <a:solidFill>
                  <a:srgbClr val="FFFEFE"/>
                </a:solidFill>
                <a:latin typeface="Tahoma"/>
                <a:cs typeface="Tahoma"/>
              </a:rPr>
              <a:t>10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114315" y="9105333"/>
            <a:ext cx="235585" cy="28448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700" spc="-80">
                <a:solidFill>
                  <a:srgbClr val="181818"/>
                </a:solidFill>
                <a:latin typeface="Tahoma"/>
                <a:cs typeface="Tahoma"/>
              </a:rPr>
              <a:t>13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6292" y="744760"/>
            <a:ext cx="5370830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80"/>
              <a:t>Conclusion</a:t>
            </a:r>
            <a:endParaRPr sz="7500"/>
          </a:p>
        </p:txBody>
      </p:sp>
      <p:sp>
        <p:nvSpPr>
          <p:cNvPr id="3" name="object 3" descr=""/>
          <p:cNvSpPr txBox="1"/>
          <p:nvPr/>
        </p:nvSpPr>
        <p:spPr>
          <a:xfrm>
            <a:off x="3124833" y="2439159"/>
            <a:ext cx="873950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latin typeface="Tahoma"/>
                <a:cs typeface="Tahoma"/>
              </a:rPr>
              <a:t>The</a:t>
            </a:r>
            <a:r>
              <a:rPr dirty="0" sz="2400" spc="1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face</a:t>
            </a:r>
            <a:r>
              <a:rPr dirty="0" sz="2400" spc="1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detection</a:t>
            </a:r>
            <a:r>
              <a:rPr dirty="0" sz="2400" spc="1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attendance</a:t>
            </a:r>
            <a:r>
              <a:rPr dirty="0" sz="2400" spc="1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system</a:t>
            </a:r>
            <a:r>
              <a:rPr dirty="0" sz="2400" spc="1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provides</a:t>
            </a:r>
            <a:r>
              <a:rPr dirty="0" sz="2400" spc="1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</a:t>
            </a:r>
            <a:r>
              <a:rPr dirty="0" sz="2400" spc="14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smart, </a:t>
            </a:r>
            <a:r>
              <a:rPr dirty="0" sz="2400" b="1">
                <a:latin typeface="Tahoma"/>
                <a:cs typeface="Tahoma"/>
              </a:rPr>
              <a:t>reliable,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efficient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alternative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to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traditional</a:t>
            </a:r>
            <a:r>
              <a:rPr dirty="0" sz="2400" spc="5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methods.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24833" y="3696458"/>
            <a:ext cx="949769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60" b="1">
                <a:latin typeface="Tahoma"/>
                <a:cs typeface="Tahoma"/>
              </a:rPr>
              <a:t>By</a:t>
            </a:r>
            <a:r>
              <a:rPr dirty="0" sz="2400" spc="-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automating the process, it eliminates manual </a:t>
            </a:r>
            <a:r>
              <a:rPr dirty="0" sz="2400" spc="-10" b="1">
                <a:latin typeface="Tahoma"/>
                <a:cs typeface="Tahoma"/>
              </a:rPr>
              <a:t>errors, </a:t>
            </a:r>
            <a:r>
              <a:rPr dirty="0" sz="2400" b="1">
                <a:latin typeface="Tahoma"/>
                <a:cs typeface="Tahoma"/>
              </a:rPr>
              <a:t>improves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security,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brings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AI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into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daily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use</a:t>
            </a:r>
            <a:r>
              <a:rPr dirty="0" sz="2400" spc="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in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educational </a:t>
            </a:r>
            <a:r>
              <a:rPr dirty="0" sz="2400" b="1">
                <a:latin typeface="Tahoma"/>
                <a:cs typeface="Tahoma"/>
              </a:rPr>
              <a:t>or</a:t>
            </a:r>
            <a:r>
              <a:rPr dirty="0" sz="2400" spc="21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corporate</a:t>
            </a:r>
            <a:r>
              <a:rPr dirty="0" sz="2400" spc="21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environments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481422" y="0"/>
            <a:ext cx="7806690" cy="4403090"/>
            <a:chOff x="10481422" y="0"/>
            <a:chExt cx="7806690" cy="4403090"/>
          </a:xfrm>
        </p:grpSpPr>
        <p:sp>
          <p:nvSpPr>
            <p:cNvPr id="6" name="object 6" descr=""/>
            <p:cNvSpPr/>
            <p:nvPr/>
          </p:nvSpPr>
          <p:spPr>
            <a:xfrm>
              <a:off x="10481411" y="0"/>
              <a:ext cx="7806690" cy="4403090"/>
            </a:xfrm>
            <a:custGeom>
              <a:avLst/>
              <a:gdLst/>
              <a:ahLst/>
              <a:cxnLst/>
              <a:rect l="l" t="t" r="r" b="b"/>
              <a:pathLst>
                <a:path w="7806690" h="4403090">
                  <a:moveTo>
                    <a:pt x="7806576" y="12"/>
                  </a:moveTo>
                  <a:lnTo>
                    <a:pt x="2083219" y="12"/>
                  </a:lnTo>
                  <a:lnTo>
                    <a:pt x="362280" y="0"/>
                  </a:lnTo>
                  <a:lnTo>
                    <a:pt x="349567" y="16929"/>
                  </a:lnTo>
                  <a:lnTo>
                    <a:pt x="339013" y="31470"/>
                  </a:lnTo>
                  <a:lnTo>
                    <a:pt x="322097" y="46990"/>
                  </a:lnTo>
                  <a:lnTo>
                    <a:pt x="305562" y="70586"/>
                  </a:lnTo>
                  <a:lnTo>
                    <a:pt x="295224" y="80429"/>
                  </a:lnTo>
                  <a:lnTo>
                    <a:pt x="269506" y="118529"/>
                  </a:lnTo>
                  <a:lnTo>
                    <a:pt x="244754" y="156629"/>
                  </a:lnTo>
                  <a:lnTo>
                    <a:pt x="220967" y="194729"/>
                  </a:lnTo>
                  <a:lnTo>
                    <a:pt x="198145" y="232829"/>
                  </a:lnTo>
                  <a:lnTo>
                    <a:pt x="176288" y="270929"/>
                  </a:lnTo>
                  <a:lnTo>
                    <a:pt x="155409" y="309029"/>
                  </a:lnTo>
                  <a:lnTo>
                    <a:pt x="147840" y="328320"/>
                  </a:lnTo>
                  <a:lnTo>
                    <a:pt x="135572" y="351790"/>
                  </a:lnTo>
                  <a:lnTo>
                    <a:pt x="123748" y="383463"/>
                  </a:lnTo>
                  <a:lnTo>
                    <a:pt x="116560" y="397929"/>
                  </a:lnTo>
                  <a:lnTo>
                    <a:pt x="98590" y="436029"/>
                  </a:lnTo>
                  <a:lnTo>
                    <a:pt x="92227" y="455015"/>
                  </a:lnTo>
                  <a:lnTo>
                    <a:pt x="81622" y="478790"/>
                  </a:lnTo>
                  <a:lnTo>
                    <a:pt x="71551" y="510667"/>
                  </a:lnTo>
                  <a:lnTo>
                    <a:pt x="65557" y="524929"/>
                  </a:lnTo>
                  <a:lnTo>
                    <a:pt x="59969" y="543788"/>
                  </a:lnTo>
                  <a:lnTo>
                    <a:pt x="50520" y="567690"/>
                  </a:lnTo>
                  <a:lnTo>
                    <a:pt x="41643" y="599719"/>
                  </a:lnTo>
                  <a:lnTo>
                    <a:pt x="36423" y="613829"/>
                  </a:lnTo>
                  <a:lnTo>
                    <a:pt x="23317" y="664629"/>
                  </a:lnTo>
                  <a:lnTo>
                    <a:pt x="18872" y="683221"/>
                  </a:lnTo>
                  <a:lnTo>
                    <a:pt x="11176" y="707390"/>
                  </a:lnTo>
                  <a:lnTo>
                    <a:pt x="4076" y="739609"/>
                  </a:lnTo>
                  <a:lnTo>
                    <a:pt x="1498" y="748423"/>
                  </a:lnTo>
                  <a:lnTo>
                    <a:pt x="0" y="753529"/>
                  </a:lnTo>
                  <a:lnTo>
                    <a:pt x="0" y="758190"/>
                  </a:lnTo>
                  <a:lnTo>
                    <a:pt x="0" y="947991"/>
                  </a:lnTo>
                  <a:lnTo>
                    <a:pt x="0" y="1088390"/>
                  </a:lnTo>
                  <a:lnTo>
                    <a:pt x="10464" y="1139190"/>
                  </a:lnTo>
                  <a:lnTo>
                    <a:pt x="22059" y="1189990"/>
                  </a:lnTo>
                  <a:lnTo>
                    <a:pt x="34798" y="1240790"/>
                  </a:lnTo>
                  <a:lnTo>
                    <a:pt x="48653" y="1278890"/>
                  </a:lnTo>
                  <a:lnTo>
                    <a:pt x="63614" y="1329690"/>
                  </a:lnTo>
                  <a:lnTo>
                    <a:pt x="79692" y="1367790"/>
                  </a:lnTo>
                  <a:lnTo>
                    <a:pt x="96862" y="1418590"/>
                  </a:lnTo>
                  <a:lnTo>
                    <a:pt x="115125" y="1456690"/>
                  </a:lnTo>
                  <a:lnTo>
                    <a:pt x="134454" y="1507490"/>
                  </a:lnTo>
                  <a:lnTo>
                    <a:pt x="154876" y="1545590"/>
                  </a:lnTo>
                  <a:lnTo>
                    <a:pt x="176339" y="1583690"/>
                  </a:lnTo>
                  <a:lnTo>
                    <a:pt x="198869" y="1621790"/>
                  </a:lnTo>
                  <a:lnTo>
                    <a:pt x="222440" y="1659890"/>
                  </a:lnTo>
                  <a:lnTo>
                    <a:pt x="247053" y="1697990"/>
                  </a:lnTo>
                  <a:lnTo>
                    <a:pt x="272694" y="1736090"/>
                  </a:lnTo>
                  <a:lnTo>
                    <a:pt x="299351" y="1774190"/>
                  </a:lnTo>
                  <a:lnTo>
                    <a:pt x="327025" y="1812290"/>
                  </a:lnTo>
                  <a:lnTo>
                    <a:pt x="355688" y="1850390"/>
                  </a:lnTo>
                  <a:lnTo>
                    <a:pt x="385356" y="1875790"/>
                  </a:lnTo>
                  <a:lnTo>
                    <a:pt x="416001" y="1913890"/>
                  </a:lnTo>
                  <a:lnTo>
                    <a:pt x="426847" y="1922602"/>
                  </a:lnTo>
                  <a:lnTo>
                    <a:pt x="447357" y="1947329"/>
                  </a:lnTo>
                  <a:lnTo>
                    <a:pt x="468833" y="1964080"/>
                  </a:lnTo>
                  <a:lnTo>
                    <a:pt x="480225" y="1977390"/>
                  </a:lnTo>
                  <a:lnTo>
                    <a:pt x="491629" y="1986038"/>
                  </a:lnTo>
                  <a:lnTo>
                    <a:pt x="513461" y="2010829"/>
                  </a:lnTo>
                  <a:lnTo>
                    <a:pt x="536282" y="2027656"/>
                  </a:lnTo>
                  <a:lnTo>
                    <a:pt x="548284" y="2040890"/>
                  </a:lnTo>
                  <a:lnTo>
                    <a:pt x="583730" y="2066290"/>
                  </a:lnTo>
                  <a:lnTo>
                    <a:pt x="595960" y="2074837"/>
                  </a:lnTo>
                  <a:lnTo>
                    <a:pt x="619721" y="2099729"/>
                  </a:lnTo>
                  <a:lnTo>
                    <a:pt x="644499" y="2116632"/>
                  </a:lnTo>
                  <a:lnTo>
                    <a:pt x="695629" y="2155190"/>
                  </a:lnTo>
                  <a:lnTo>
                    <a:pt x="734758" y="2180590"/>
                  </a:lnTo>
                  <a:lnTo>
                    <a:pt x="774776" y="2205990"/>
                  </a:lnTo>
                  <a:lnTo>
                    <a:pt x="815695" y="2231390"/>
                  </a:lnTo>
                  <a:lnTo>
                    <a:pt x="857491" y="2256790"/>
                  </a:lnTo>
                  <a:lnTo>
                    <a:pt x="900163" y="2282190"/>
                  </a:lnTo>
                  <a:lnTo>
                    <a:pt x="943698" y="2307590"/>
                  </a:lnTo>
                  <a:lnTo>
                    <a:pt x="988085" y="2332990"/>
                  </a:lnTo>
                  <a:lnTo>
                    <a:pt x="1033322" y="2345690"/>
                  </a:lnTo>
                  <a:lnTo>
                    <a:pt x="1126312" y="2396490"/>
                  </a:lnTo>
                  <a:lnTo>
                    <a:pt x="1174038" y="2409190"/>
                  </a:lnTo>
                  <a:lnTo>
                    <a:pt x="1222578" y="2434590"/>
                  </a:lnTo>
                  <a:lnTo>
                    <a:pt x="1271917" y="2447290"/>
                  </a:lnTo>
                  <a:lnTo>
                    <a:pt x="1322057" y="2472690"/>
                  </a:lnTo>
                  <a:lnTo>
                    <a:pt x="1424686" y="2498090"/>
                  </a:lnTo>
                  <a:lnTo>
                    <a:pt x="1477162" y="2523490"/>
                  </a:lnTo>
                  <a:lnTo>
                    <a:pt x="1529549" y="2535999"/>
                  </a:lnTo>
                  <a:lnTo>
                    <a:pt x="1530908" y="2582329"/>
                  </a:lnTo>
                  <a:lnTo>
                    <a:pt x="1533499" y="2620429"/>
                  </a:lnTo>
                  <a:lnTo>
                    <a:pt x="1537182" y="2671229"/>
                  </a:lnTo>
                  <a:lnTo>
                    <a:pt x="1541957" y="2709329"/>
                  </a:lnTo>
                  <a:lnTo>
                    <a:pt x="1547825" y="2760129"/>
                  </a:lnTo>
                  <a:lnTo>
                    <a:pt x="1553679" y="2792323"/>
                  </a:lnTo>
                  <a:lnTo>
                    <a:pt x="1555089" y="2802890"/>
                  </a:lnTo>
                  <a:lnTo>
                    <a:pt x="1562874" y="2840990"/>
                  </a:lnTo>
                  <a:lnTo>
                    <a:pt x="1565973" y="2854414"/>
                  </a:lnTo>
                  <a:lnTo>
                    <a:pt x="1571815" y="2887129"/>
                  </a:lnTo>
                  <a:lnTo>
                    <a:pt x="1577136" y="2907195"/>
                  </a:lnTo>
                  <a:lnTo>
                    <a:pt x="1581531" y="2929890"/>
                  </a:lnTo>
                  <a:lnTo>
                    <a:pt x="1592376" y="2967990"/>
                  </a:lnTo>
                  <a:lnTo>
                    <a:pt x="1600263" y="2993364"/>
                  </a:lnTo>
                  <a:lnTo>
                    <a:pt x="1605254" y="3014129"/>
                  </a:lnTo>
                  <a:lnTo>
                    <a:pt x="1618462" y="3052229"/>
                  </a:lnTo>
                  <a:lnTo>
                    <a:pt x="1632686" y="3090329"/>
                  </a:lnTo>
                  <a:lnTo>
                    <a:pt x="1647913" y="3128429"/>
                  </a:lnTo>
                  <a:lnTo>
                    <a:pt x="1664144" y="3166529"/>
                  </a:lnTo>
                  <a:lnTo>
                    <a:pt x="1681378" y="3204629"/>
                  </a:lnTo>
                  <a:lnTo>
                    <a:pt x="1699577" y="3242729"/>
                  </a:lnTo>
                  <a:lnTo>
                    <a:pt x="1713255" y="3269907"/>
                  </a:lnTo>
                  <a:lnTo>
                    <a:pt x="1714677" y="3272790"/>
                  </a:lnTo>
                  <a:lnTo>
                    <a:pt x="1716557" y="3276460"/>
                  </a:lnTo>
                  <a:lnTo>
                    <a:pt x="1718767" y="3280829"/>
                  </a:lnTo>
                  <a:lnTo>
                    <a:pt x="1720570" y="3284270"/>
                  </a:lnTo>
                  <a:lnTo>
                    <a:pt x="1754835" y="3348990"/>
                  </a:lnTo>
                  <a:lnTo>
                    <a:pt x="1776298" y="3387090"/>
                  </a:lnTo>
                  <a:lnTo>
                    <a:pt x="1798688" y="3425190"/>
                  </a:lnTo>
                  <a:lnTo>
                    <a:pt x="1803171" y="3430092"/>
                  </a:lnTo>
                  <a:lnTo>
                    <a:pt x="1805076" y="3433229"/>
                  </a:lnTo>
                  <a:lnTo>
                    <a:pt x="1823085" y="3452355"/>
                  </a:lnTo>
                  <a:lnTo>
                    <a:pt x="1846173" y="3488690"/>
                  </a:lnTo>
                  <a:lnTo>
                    <a:pt x="1871268" y="3526790"/>
                  </a:lnTo>
                  <a:lnTo>
                    <a:pt x="1897253" y="3552190"/>
                  </a:lnTo>
                  <a:lnTo>
                    <a:pt x="1924113" y="3590290"/>
                  </a:lnTo>
                  <a:lnTo>
                    <a:pt x="1951837" y="3615690"/>
                  </a:lnTo>
                  <a:lnTo>
                    <a:pt x="1980438" y="3653790"/>
                  </a:lnTo>
                  <a:lnTo>
                    <a:pt x="2009876" y="3679190"/>
                  </a:lnTo>
                  <a:lnTo>
                    <a:pt x="2040178" y="3717290"/>
                  </a:lnTo>
                  <a:lnTo>
                    <a:pt x="2071319" y="3742690"/>
                  </a:lnTo>
                  <a:lnTo>
                    <a:pt x="2103285" y="3768090"/>
                  </a:lnTo>
                  <a:lnTo>
                    <a:pt x="2136076" y="3793490"/>
                  </a:lnTo>
                  <a:lnTo>
                    <a:pt x="2162365" y="3813365"/>
                  </a:lnTo>
                  <a:lnTo>
                    <a:pt x="2186165" y="3839629"/>
                  </a:lnTo>
                  <a:lnTo>
                    <a:pt x="2192578" y="3844252"/>
                  </a:lnTo>
                  <a:lnTo>
                    <a:pt x="2204097" y="3856990"/>
                  </a:lnTo>
                  <a:lnTo>
                    <a:pt x="2239314" y="3882390"/>
                  </a:lnTo>
                  <a:lnTo>
                    <a:pt x="2275319" y="3907790"/>
                  </a:lnTo>
                  <a:lnTo>
                    <a:pt x="2312124" y="3933190"/>
                  </a:lnTo>
                  <a:lnTo>
                    <a:pt x="2328862" y="3938854"/>
                  </a:lnTo>
                  <a:lnTo>
                    <a:pt x="2332405" y="3941229"/>
                  </a:lnTo>
                  <a:lnTo>
                    <a:pt x="2370975" y="3966629"/>
                  </a:lnTo>
                  <a:lnTo>
                    <a:pt x="2390610" y="3972979"/>
                  </a:lnTo>
                  <a:lnTo>
                    <a:pt x="2427135" y="3996690"/>
                  </a:lnTo>
                  <a:lnTo>
                    <a:pt x="2466987" y="4022090"/>
                  </a:lnTo>
                  <a:lnTo>
                    <a:pt x="2490000" y="4029303"/>
                  </a:lnTo>
                  <a:lnTo>
                    <a:pt x="2491359" y="4030129"/>
                  </a:lnTo>
                  <a:lnTo>
                    <a:pt x="2508504" y="4035361"/>
                  </a:lnTo>
                  <a:lnTo>
                    <a:pt x="2548928" y="4060190"/>
                  </a:lnTo>
                  <a:lnTo>
                    <a:pt x="2575331" y="4068165"/>
                  </a:lnTo>
                  <a:lnTo>
                    <a:pt x="2579649" y="4069473"/>
                  </a:lnTo>
                  <a:lnTo>
                    <a:pt x="2590990" y="4072890"/>
                  </a:lnTo>
                  <a:lnTo>
                    <a:pt x="2633776" y="4098290"/>
                  </a:lnTo>
                  <a:lnTo>
                    <a:pt x="2677287" y="4110990"/>
                  </a:lnTo>
                  <a:lnTo>
                    <a:pt x="2721495" y="4136390"/>
                  </a:lnTo>
                  <a:lnTo>
                    <a:pt x="2766403" y="4149090"/>
                  </a:lnTo>
                  <a:lnTo>
                    <a:pt x="2952864" y="4199890"/>
                  </a:lnTo>
                  <a:lnTo>
                    <a:pt x="3200717" y="4263390"/>
                  </a:lnTo>
                  <a:lnTo>
                    <a:pt x="3252178" y="4263390"/>
                  </a:lnTo>
                  <a:lnTo>
                    <a:pt x="3304248" y="4276090"/>
                  </a:lnTo>
                  <a:lnTo>
                    <a:pt x="3356927" y="4276090"/>
                  </a:lnTo>
                  <a:lnTo>
                    <a:pt x="3410191" y="4288790"/>
                  </a:lnTo>
                  <a:lnTo>
                    <a:pt x="3920134" y="4288790"/>
                  </a:lnTo>
                  <a:lnTo>
                    <a:pt x="3975684" y="4276090"/>
                  </a:lnTo>
                  <a:lnTo>
                    <a:pt x="4030040" y="4276090"/>
                  </a:lnTo>
                  <a:lnTo>
                    <a:pt x="4135374" y="4250690"/>
                  </a:lnTo>
                  <a:lnTo>
                    <a:pt x="4186440" y="4250690"/>
                  </a:lnTo>
                  <a:lnTo>
                    <a:pt x="4333697" y="4212590"/>
                  </a:lnTo>
                  <a:lnTo>
                    <a:pt x="4517860" y="4161790"/>
                  </a:lnTo>
                  <a:lnTo>
                    <a:pt x="4562005" y="4136390"/>
                  </a:lnTo>
                  <a:lnTo>
                    <a:pt x="4648339" y="4110990"/>
                  </a:lnTo>
                  <a:lnTo>
                    <a:pt x="4690605" y="4085590"/>
                  </a:lnTo>
                  <a:lnTo>
                    <a:pt x="4732325" y="4072890"/>
                  </a:lnTo>
                  <a:lnTo>
                    <a:pt x="4773549" y="4047490"/>
                  </a:lnTo>
                  <a:lnTo>
                    <a:pt x="4814316" y="4034790"/>
                  </a:lnTo>
                  <a:lnTo>
                    <a:pt x="4854676" y="4009390"/>
                  </a:lnTo>
                  <a:lnTo>
                    <a:pt x="4894656" y="3996690"/>
                  </a:lnTo>
                  <a:lnTo>
                    <a:pt x="4973688" y="3945890"/>
                  </a:lnTo>
                  <a:lnTo>
                    <a:pt x="5011153" y="3971290"/>
                  </a:lnTo>
                  <a:lnTo>
                    <a:pt x="5087404" y="4022090"/>
                  </a:lnTo>
                  <a:lnTo>
                    <a:pt x="5165661" y="4072890"/>
                  </a:lnTo>
                  <a:lnTo>
                    <a:pt x="5246217" y="4123690"/>
                  </a:lnTo>
                  <a:lnTo>
                    <a:pt x="5287454" y="4136390"/>
                  </a:lnTo>
                  <a:lnTo>
                    <a:pt x="5329364" y="4161790"/>
                  </a:lnTo>
                  <a:lnTo>
                    <a:pt x="5372011" y="4187190"/>
                  </a:lnTo>
                  <a:lnTo>
                    <a:pt x="5415407" y="4199890"/>
                  </a:lnTo>
                  <a:lnTo>
                    <a:pt x="5459590" y="4225290"/>
                  </a:lnTo>
                  <a:lnTo>
                    <a:pt x="5504612" y="4237990"/>
                  </a:lnTo>
                  <a:lnTo>
                    <a:pt x="5550509" y="4263390"/>
                  </a:lnTo>
                  <a:lnTo>
                    <a:pt x="5645035" y="4288790"/>
                  </a:lnTo>
                  <a:lnTo>
                    <a:pt x="5693740" y="4314190"/>
                  </a:lnTo>
                  <a:lnTo>
                    <a:pt x="5743460" y="4326890"/>
                  </a:lnTo>
                  <a:lnTo>
                    <a:pt x="5899086" y="4364990"/>
                  </a:lnTo>
                  <a:lnTo>
                    <a:pt x="5953226" y="4364990"/>
                  </a:lnTo>
                  <a:lnTo>
                    <a:pt x="6065139" y="4390390"/>
                  </a:lnTo>
                  <a:lnTo>
                    <a:pt x="6122987" y="4390390"/>
                  </a:lnTo>
                  <a:lnTo>
                    <a:pt x="6182131" y="4403090"/>
                  </a:lnTo>
                  <a:lnTo>
                    <a:pt x="6667830" y="4403090"/>
                  </a:lnTo>
                  <a:lnTo>
                    <a:pt x="6724993" y="4390390"/>
                  </a:lnTo>
                  <a:lnTo>
                    <a:pt x="6781279" y="4390390"/>
                  </a:lnTo>
                  <a:lnTo>
                    <a:pt x="6891210" y="4364990"/>
                  </a:lnTo>
                  <a:lnTo>
                    <a:pt x="6944868" y="4364990"/>
                  </a:lnTo>
                  <a:lnTo>
                    <a:pt x="7150887" y="4314190"/>
                  </a:lnTo>
                  <a:lnTo>
                    <a:pt x="7200252" y="4288790"/>
                  </a:lnTo>
                  <a:lnTo>
                    <a:pt x="7296429" y="4263390"/>
                  </a:lnTo>
                  <a:lnTo>
                    <a:pt x="7343267" y="4237990"/>
                  </a:lnTo>
                  <a:lnTo>
                    <a:pt x="7434427" y="4212590"/>
                  </a:lnTo>
                  <a:lnTo>
                    <a:pt x="7478763" y="4187190"/>
                  </a:lnTo>
                  <a:lnTo>
                    <a:pt x="7522273" y="4161790"/>
                  </a:lnTo>
                  <a:lnTo>
                    <a:pt x="7564971" y="4149090"/>
                  </a:lnTo>
                  <a:lnTo>
                    <a:pt x="7606843" y="4123690"/>
                  </a:lnTo>
                  <a:lnTo>
                    <a:pt x="7647902" y="4098290"/>
                  </a:lnTo>
                  <a:lnTo>
                    <a:pt x="7688161" y="4072890"/>
                  </a:lnTo>
                  <a:lnTo>
                    <a:pt x="7727607" y="4047490"/>
                  </a:lnTo>
                  <a:lnTo>
                    <a:pt x="7746784" y="4034891"/>
                  </a:lnTo>
                  <a:lnTo>
                    <a:pt x="7761249" y="4030129"/>
                  </a:lnTo>
                  <a:lnTo>
                    <a:pt x="7780172" y="4017429"/>
                  </a:lnTo>
                  <a:lnTo>
                    <a:pt x="7804112" y="4009390"/>
                  </a:lnTo>
                  <a:lnTo>
                    <a:pt x="7806576" y="4007701"/>
                  </a:lnTo>
                  <a:lnTo>
                    <a:pt x="7806576" y="2904312"/>
                  </a:lnTo>
                  <a:lnTo>
                    <a:pt x="7806576" y="12"/>
                  </a:lnTo>
                  <a:close/>
                </a:path>
              </a:pathLst>
            </a:custGeom>
            <a:solidFill>
              <a:srgbClr val="FD612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313641" y="910464"/>
              <a:ext cx="942975" cy="236220"/>
            </a:xfrm>
            <a:custGeom>
              <a:avLst/>
              <a:gdLst/>
              <a:ahLst/>
              <a:cxnLst/>
              <a:rect l="l" t="t" r="r" b="b"/>
              <a:pathLst>
                <a:path w="942975" h="236219">
                  <a:moveTo>
                    <a:pt x="117816" y="235632"/>
                  </a:moveTo>
                  <a:lnTo>
                    <a:pt x="71946" y="226377"/>
                  </a:lnTo>
                  <a:lnTo>
                    <a:pt x="34498" y="201134"/>
                  </a:lnTo>
                  <a:lnTo>
                    <a:pt x="9255" y="163686"/>
                  </a:lnTo>
                  <a:lnTo>
                    <a:pt x="0" y="117816"/>
                  </a:lnTo>
                  <a:lnTo>
                    <a:pt x="9255" y="71946"/>
                  </a:lnTo>
                  <a:lnTo>
                    <a:pt x="34498" y="34498"/>
                  </a:lnTo>
                  <a:lnTo>
                    <a:pt x="71946" y="9255"/>
                  </a:lnTo>
                  <a:lnTo>
                    <a:pt x="117816" y="0"/>
                  </a:lnTo>
                  <a:lnTo>
                    <a:pt x="163686" y="9255"/>
                  </a:lnTo>
                  <a:lnTo>
                    <a:pt x="201134" y="34498"/>
                  </a:lnTo>
                  <a:lnTo>
                    <a:pt x="226377" y="71946"/>
                  </a:lnTo>
                  <a:lnTo>
                    <a:pt x="235632" y="117816"/>
                  </a:lnTo>
                  <a:lnTo>
                    <a:pt x="226377" y="163686"/>
                  </a:lnTo>
                  <a:lnTo>
                    <a:pt x="201134" y="201134"/>
                  </a:lnTo>
                  <a:lnTo>
                    <a:pt x="163686" y="226377"/>
                  </a:lnTo>
                  <a:lnTo>
                    <a:pt x="117816" y="235632"/>
                  </a:lnTo>
                  <a:close/>
                </a:path>
                <a:path w="942975" h="236219">
                  <a:moveTo>
                    <a:pt x="824713" y="235632"/>
                  </a:moveTo>
                  <a:lnTo>
                    <a:pt x="778843" y="226377"/>
                  </a:lnTo>
                  <a:lnTo>
                    <a:pt x="741395" y="201134"/>
                  </a:lnTo>
                  <a:lnTo>
                    <a:pt x="716152" y="163686"/>
                  </a:lnTo>
                  <a:lnTo>
                    <a:pt x="706897" y="117816"/>
                  </a:lnTo>
                  <a:lnTo>
                    <a:pt x="716152" y="71946"/>
                  </a:lnTo>
                  <a:lnTo>
                    <a:pt x="741395" y="34498"/>
                  </a:lnTo>
                  <a:lnTo>
                    <a:pt x="778843" y="9255"/>
                  </a:lnTo>
                  <a:lnTo>
                    <a:pt x="824713" y="0"/>
                  </a:lnTo>
                  <a:lnTo>
                    <a:pt x="870583" y="9255"/>
                  </a:lnTo>
                  <a:lnTo>
                    <a:pt x="908031" y="34498"/>
                  </a:lnTo>
                  <a:lnTo>
                    <a:pt x="933274" y="71946"/>
                  </a:lnTo>
                  <a:lnTo>
                    <a:pt x="942529" y="117816"/>
                  </a:lnTo>
                  <a:lnTo>
                    <a:pt x="933274" y="163686"/>
                  </a:lnTo>
                  <a:lnTo>
                    <a:pt x="908031" y="201134"/>
                  </a:lnTo>
                  <a:lnTo>
                    <a:pt x="870583" y="226377"/>
                  </a:lnTo>
                  <a:lnTo>
                    <a:pt x="824713" y="235632"/>
                  </a:lnTo>
                  <a:close/>
                </a:path>
                <a:path w="942975" h="236219">
                  <a:moveTo>
                    <a:pt x="471264" y="235632"/>
                  </a:moveTo>
                  <a:lnTo>
                    <a:pt x="425394" y="226377"/>
                  </a:lnTo>
                  <a:lnTo>
                    <a:pt x="387946" y="201134"/>
                  </a:lnTo>
                  <a:lnTo>
                    <a:pt x="362703" y="163686"/>
                  </a:lnTo>
                  <a:lnTo>
                    <a:pt x="353448" y="117816"/>
                  </a:lnTo>
                  <a:lnTo>
                    <a:pt x="362703" y="71946"/>
                  </a:lnTo>
                  <a:lnTo>
                    <a:pt x="387946" y="34498"/>
                  </a:lnTo>
                  <a:lnTo>
                    <a:pt x="425394" y="9255"/>
                  </a:lnTo>
                  <a:lnTo>
                    <a:pt x="471264" y="0"/>
                  </a:lnTo>
                  <a:lnTo>
                    <a:pt x="517134" y="9255"/>
                  </a:lnTo>
                  <a:lnTo>
                    <a:pt x="554583" y="34498"/>
                  </a:lnTo>
                  <a:lnTo>
                    <a:pt x="579826" y="71946"/>
                  </a:lnTo>
                  <a:lnTo>
                    <a:pt x="589081" y="117816"/>
                  </a:lnTo>
                  <a:lnTo>
                    <a:pt x="579826" y="163686"/>
                  </a:lnTo>
                  <a:lnTo>
                    <a:pt x="554583" y="201134"/>
                  </a:lnTo>
                  <a:lnTo>
                    <a:pt x="517134" y="226377"/>
                  </a:lnTo>
                  <a:lnTo>
                    <a:pt x="471264" y="235632"/>
                  </a:lnTo>
                  <a:close/>
                </a:path>
              </a:pathLst>
            </a:custGeom>
            <a:solidFill>
              <a:srgbClr val="FD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9859124" y="6259639"/>
            <a:ext cx="8428990" cy="4027804"/>
          </a:xfrm>
          <a:custGeom>
            <a:avLst/>
            <a:gdLst/>
            <a:ahLst/>
            <a:cxnLst/>
            <a:rect l="l" t="t" r="r" b="b"/>
            <a:pathLst>
              <a:path w="8428990" h="4027804">
                <a:moveTo>
                  <a:pt x="8428863" y="1163688"/>
                </a:moveTo>
                <a:lnTo>
                  <a:pt x="8419160" y="1143000"/>
                </a:lnTo>
                <a:lnTo>
                  <a:pt x="8400389" y="1104900"/>
                </a:lnTo>
                <a:lnTo>
                  <a:pt x="8380730" y="1054100"/>
                </a:lnTo>
                <a:lnTo>
                  <a:pt x="8360181" y="1016000"/>
                </a:lnTo>
                <a:lnTo>
                  <a:pt x="8338744" y="977900"/>
                </a:lnTo>
                <a:lnTo>
                  <a:pt x="8316404" y="939800"/>
                </a:lnTo>
                <a:lnTo>
                  <a:pt x="8293163" y="901700"/>
                </a:lnTo>
                <a:lnTo>
                  <a:pt x="8269021" y="876300"/>
                </a:lnTo>
                <a:lnTo>
                  <a:pt x="8243976" y="838200"/>
                </a:lnTo>
                <a:lnTo>
                  <a:pt x="8218030" y="800100"/>
                </a:lnTo>
                <a:lnTo>
                  <a:pt x="8191170" y="762000"/>
                </a:lnTo>
                <a:lnTo>
                  <a:pt x="8163407" y="736600"/>
                </a:lnTo>
                <a:lnTo>
                  <a:pt x="8134744" y="698500"/>
                </a:lnTo>
                <a:lnTo>
                  <a:pt x="8105153" y="660400"/>
                </a:lnTo>
                <a:lnTo>
                  <a:pt x="8074660" y="635000"/>
                </a:lnTo>
                <a:lnTo>
                  <a:pt x="8043240" y="596900"/>
                </a:lnTo>
                <a:lnTo>
                  <a:pt x="8010919" y="571500"/>
                </a:lnTo>
                <a:lnTo>
                  <a:pt x="8007464" y="568871"/>
                </a:lnTo>
                <a:lnTo>
                  <a:pt x="8005750" y="566839"/>
                </a:lnTo>
                <a:lnTo>
                  <a:pt x="7975549" y="543763"/>
                </a:lnTo>
                <a:lnTo>
                  <a:pt x="7943494" y="508000"/>
                </a:lnTo>
                <a:lnTo>
                  <a:pt x="7908391" y="482600"/>
                </a:lnTo>
                <a:lnTo>
                  <a:pt x="7872374" y="457200"/>
                </a:lnTo>
                <a:lnTo>
                  <a:pt x="7870444" y="455879"/>
                </a:lnTo>
                <a:lnTo>
                  <a:pt x="7867294" y="452539"/>
                </a:lnTo>
                <a:lnTo>
                  <a:pt x="7830375" y="427139"/>
                </a:lnTo>
                <a:lnTo>
                  <a:pt x="7792517" y="401739"/>
                </a:lnTo>
                <a:lnTo>
                  <a:pt x="7753731" y="376339"/>
                </a:lnTo>
                <a:lnTo>
                  <a:pt x="7714018" y="350939"/>
                </a:lnTo>
                <a:lnTo>
                  <a:pt x="7709040" y="349389"/>
                </a:lnTo>
                <a:lnTo>
                  <a:pt x="7678318" y="330200"/>
                </a:lnTo>
                <a:lnTo>
                  <a:pt x="7636700" y="304800"/>
                </a:lnTo>
                <a:lnTo>
                  <a:pt x="7599959" y="293839"/>
                </a:lnTo>
                <a:lnTo>
                  <a:pt x="7589253" y="287439"/>
                </a:lnTo>
                <a:lnTo>
                  <a:pt x="7545781" y="262039"/>
                </a:lnTo>
                <a:lnTo>
                  <a:pt x="7539215" y="260172"/>
                </a:lnTo>
                <a:lnTo>
                  <a:pt x="7506221" y="241300"/>
                </a:lnTo>
                <a:lnTo>
                  <a:pt x="7467867" y="230581"/>
                </a:lnTo>
                <a:lnTo>
                  <a:pt x="7456030" y="223939"/>
                </a:lnTo>
                <a:lnTo>
                  <a:pt x="7448613" y="221919"/>
                </a:lnTo>
                <a:lnTo>
                  <a:pt x="7414501" y="203200"/>
                </a:lnTo>
                <a:lnTo>
                  <a:pt x="7375055" y="192608"/>
                </a:lnTo>
                <a:lnTo>
                  <a:pt x="7362482" y="185839"/>
                </a:lnTo>
                <a:lnTo>
                  <a:pt x="7354265" y="183680"/>
                </a:lnTo>
                <a:lnTo>
                  <a:pt x="7318997" y="165100"/>
                </a:lnTo>
                <a:lnTo>
                  <a:pt x="7278865" y="154838"/>
                </a:lnTo>
                <a:lnTo>
                  <a:pt x="7265136" y="147739"/>
                </a:lnTo>
                <a:lnTo>
                  <a:pt x="7207059" y="133438"/>
                </a:lnTo>
                <a:lnTo>
                  <a:pt x="7168591" y="114300"/>
                </a:lnTo>
                <a:lnTo>
                  <a:pt x="7021881" y="79476"/>
                </a:lnTo>
                <a:lnTo>
                  <a:pt x="7005053" y="71539"/>
                </a:lnTo>
                <a:lnTo>
                  <a:pt x="6950151" y="58839"/>
                </a:lnTo>
                <a:lnTo>
                  <a:pt x="6933755" y="58839"/>
                </a:lnTo>
                <a:lnTo>
                  <a:pt x="6784022" y="25400"/>
                </a:lnTo>
                <a:lnTo>
                  <a:pt x="6740804" y="25400"/>
                </a:lnTo>
                <a:lnTo>
                  <a:pt x="6661137" y="8039"/>
                </a:lnTo>
                <a:lnTo>
                  <a:pt x="6642811" y="8039"/>
                </a:lnTo>
                <a:lnTo>
                  <a:pt x="6604660" y="0"/>
                </a:lnTo>
                <a:lnTo>
                  <a:pt x="6242393" y="0"/>
                </a:lnTo>
                <a:lnTo>
                  <a:pt x="6203518" y="8039"/>
                </a:lnTo>
                <a:lnTo>
                  <a:pt x="6177000" y="8039"/>
                </a:lnTo>
                <a:lnTo>
                  <a:pt x="6154877" y="12700"/>
                </a:lnTo>
                <a:lnTo>
                  <a:pt x="6120689" y="12700"/>
                </a:lnTo>
                <a:lnTo>
                  <a:pt x="6083554" y="20739"/>
                </a:lnTo>
                <a:lnTo>
                  <a:pt x="6057582" y="20739"/>
                </a:lnTo>
                <a:lnTo>
                  <a:pt x="5979668" y="38100"/>
                </a:lnTo>
                <a:lnTo>
                  <a:pt x="5946368" y="38100"/>
                </a:lnTo>
                <a:lnTo>
                  <a:pt x="5890412" y="50800"/>
                </a:lnTo>
                <a:lnTo>
                  <a:pt x="5856643" y="58839"/>
                </a:lnTo>
                <a:lnTo>
                  <a:pt x="5831764" y="58839"/>
                </a:lnTo>
                <a:lnTo>
                  <a:pt x="5777954" y="71539"/>
                </a:lnTo>
                <a:lnTo>
                  <a:pt x="5753100" y="83502"/>
                </a:lnTo>
                <a:lnTo>
                  <a:pt x="5677078" y="101600"/>
                </a:lnTo>
                <a:lnTo>
                  <a:pt x="5647563" y="116370"/>
                </a:lnTo>
                <a:lnTo>
                  <a:pt x="5572950" y="135039"/>
                </a:lnTo>
                <a:lnTo>
                  <a:pt x="5551246" y="146354"/>
                </a:lnTo>
                <a:lnTo>
                  <a:pt x="5527751" y="152400"/>
                </a:lnTo>
                <a:lnTo>
                  <a:pt x="5501030" y="166598"/>
                </a:lnTo>
                <a:lnTo>
                  <a:pt x="5476418" y="173139"/>
                </a:lnTo>
                <a:lnTo>
                  <a:pt x="5455729" y="184378"/>
                </a:lnTo>
                <a:lnTo>
                  <a:pt x="5433111" y="190500"/>
                </a:lnTo>
                <a:lnTo>
                  <a:pt x="5407545" y="204660"/>
                </a:lnTo>
                <a:lnTo>
                  <a:pt x="5383771" y="211239"/>
                </a:lnTo>
                <a:lnTo>
                  <a:pt x="5363832" y="222516"/>
                </a:lnTo>
                <a:lnTo>
                  <a:pt x="5342293" y="228600"/>
                </a:lnTo>
                <a:lnTo>
                  <a:pt x="5317845" y="242709"/>
                </a:lnTo>
                <a:lnTo>
                  <a:pt x="5294884" y="249339"/>
                </a:lnTo>
                <a:lnTo>
                  <a:pt x="5251831" y="274739"/>
                </a:lnTo>
                <a:lnTo>
                  <a:pt x="5232984" y="286092"/>
                </a:lnTo>
                <a:lnTo>
                  <a:pt x="5213045" y="292100"/>
                </a:lnTo>
                <a:lnTo>
                  <a:pt x="5171770" y="317500"/>
                </a:lnTo>
                <a:lnTo>
                  <a:pt x="5149520" y="331495"/>
                </a:lnTo>
                <a:lnTo>
                  <a:pt x="5128082" y="338239"/>
                </a:lnTo>
                <a:lnTo>
                  <a:pt x="5088598" y="363639"/>
                </a:lnTo>
                <a:lnTo>
                  <a:pt x="5049964" y="389039"/>
                </a:lnTo>
                <a:lnTo>
                  <a:pt x="5012194" y="414439"/>
                </a:lnTo>
                <a:lnTo>
                  <a:pt x="4995418" y="425983"/>
                </a:lnTo>
                <a:lnTo>
                  <a:pt x="4978476" y="431800"/>
                </a:lnTo>
                <a:lnTo>
                  <a:pt x="4942357" y="457200"/>
                </a:lnTo>
                <a:lnTo>
                  <a:pt x="4907051" y="482600"/>
                </a:lnTo>
                <a:lnTo>
                  <a:pt x="4872545" y="508000"/>
                </a:lnTo>
                <a:lnTo>
                  <a:pt x="4854333" y="521728"/>
                </a:lnTo>
                <a:lnTo>
                  <a:pt x="4835741" y="528739"/>
                </a:lnTo>
                <a:lnTo>
                  <a:pt x="4802835" y="554139"/>
                </a:lnTo>
                <a:lnTo>
                  <a:pt x="4770717" y="579539"/>
                </a:lnTo>
                <a:lnTo>
                  <a:pt x="4739348" y="604939"/>
                </a:lnTo>
                <a:lnTo>
                  <a:pt x="4708741" y="630339"/>
                </a:lnTo>
                <a:lnTo>
                  <a:pt x="4697704" y="627341"/>
                </a:lnTo>
                <a:lnTo>
                  <a:pt x="4665192" y="609600"/>
                </a:lnTo>
                <a:lnTo>
                  <a:pt x="4583684" y="587756"/>
                </a:lnTo>
                <a:lnTo>
                  <a:pt x="4568520" y="579539"/>
                </a:lnTo>
                <a:lnTo>
                  <a:pt x="4283926" y="503339"/>
                </a:lnTo>
                <a:lnTo>
                  <a:pt x="4268851" y="503339"/>
                </a:lnTo>
                <a:lnTo>
                  <a:pt x="4238866" y="495300"/>
                </a:lnTo>
                <a:lnTo>
                  <a:pt x="4205833" y="495300"/>
                </a:lnTo>
                <a:lnTo>
                  <a:pt x="4140403" y="477939"/>
                </a:lnTo>
                <a:lnTo>
                  <a:pt x="4125455" y="477939"/>
                </a:lnTo>
                <a:lnTo>
                  <a:pt x="4095115" y="469900"/>
                </a:lnTo>
                <a:lnTo>
                  <a:pt x="4062145" y="469900"/>
                </a:lnTo>
                <a:lnTo>
                  <a:pt x="4044556" y="465239"/>
                </a:lnTo>
                <a:lnTo>
                  <a:pt x="3981602" y="465239"/>
                </a:lnTo>
                <a:lnTo>
                  <a:pt x="3951274" y="457200"/>
                </a:lnTo>
                <a:lnTo>
                  <a:pt x="3918432" y="457200"/>
                </a:lnTo>
                <a:lnTo>
                  <a:pt x="3900868" y="452539"/>
                </a:lnTo>
                <a:lnTo>
                  <a:pt x="3685857" y="452539"/>
                </a:lnTo>
                <a:lnTo>
                  <a:pt x="3685908" y="457200"/>
                </a:lnTo>
                <a:lnTo>
                  <a:pt x="3476510" y="457200"/>
                </a:lnTo>
                <a:lnTo>
                  <a:pt x="3429838" y="469900"/>
                </a:lnTo>
                <a:lnTo>
                  <a:pt x="3383381" y="469900"/>
                </a:lnTo>
                <a:lnTo>
                  <a:pt x="3337141" y="482600"/>
                </a:lnTo>
                <a:lnTo>
                  <a:pt x="3291141" y="482600"/>
                </a:lnTo>
                <a:lnTo>
                  <a:pt x="3245408" y="495300"/>
                </a:lnTo>
                <a:lnTo>
                  <a:pt x="3199942" y="495300"/>
                </a:lnTo>
                <a:lnTo>
                  <a:pt x="3021126" y="546100"/>
                </a:lnTo>
                <a:lnTo>
                  <a:pt x="2922346" y="575500"/>
                </a:lnTo>
                <a:lnTo>
                  <a:pt x="2920962" y="570953"/>
                </a:lnTo>
                <a:lnTo>
                  <a:pt x="2762021" y="617639"/>
                </a:lnTo>
                <a:lnTo>
                  <a:pt x="2744419" y="628446"/>
                </a:lnTo>
                <a:lnTo>
                  <a:pt x="2722372" y="635000"/>
                </a:lnTo>
                <a:lnTo>
                  <a:pt x="2698026" y="650100"/>
                </a:lnTo>
                <a:lnTo>
                  <a:pt x="2639250" y="668439"/>
                </a:lnTo>
                <a:lnTo>
                  <a:pt x="2622766" y="678916"/>
                </a:lnTo>
                <a:lnTo>
                  <a:pt x="2600947" y="685800"/>
                </a:lnTo>
                <a:lnTo>
                  <a:pt x="2577604" y="700824"/>
                </a:lnTo>
                <a:lnTo>
                  <a:pt x="2559837" y="706539"/>
                </a:lnTo>
                <a:lnTo>
                  <a:pt x="2543924" y="716927"/>
                </a:lnTo>
                <a:lnTo>
                  <a:pt x="2522524" y="723900"/>
                </a:lnTo>
                <a:lnTo>
                  <a:pt x="2500134" y="738822"/>
                </a:lnTo>
                <a:lnTo>
                  <a:pt x="2482532" y="744639"/>
                </a:lnTo>
                <a:lnTo>
                  <a:pt x="2444712" y="770039"/>
                </a:lnTo>
                <a:lnTo>
                  <a:pt x="2407462" y="782739"/>
                </a:lnTo>
                <a:lnTo>
                  <a:pt x="2370798" y="808139"/>
                </a:lnTo>
                <a:lnTo>
                  <a:pt x="2334742" y="833539"/>
                </a:lnTo>
                <a:lnTo>
                  <a:pt x="2320252" y="843927"/>
                </a:lnTo>
                <a:lnTo>
                  <a:pt x="2300770" y="850900"/>
                </a:lnTo>
                <a:lnTo>
                  <a:pt x="2265946" y="876300"/>
                </a:lnTo>
                <a:lnTo>
                  <a:pt x="2245741" y="891324"/>
                </a:lnTo>
                <a:lnTo>
                  <a:pt x="2230348" y="897039"/>
                </a:lnTo>
                <a:lnTo>
                  <a:pt x="2196871" y="922439"/>
                </a:lnTo>
                <a:lnTo>
                  <a:pt x="2164067" y="947839"/>
                </a:lnTo>
                <a:lnTo>
                  <a:pt x="2131974" y="973239"/>
                </a:lnTo>
                <a:lnTo>
                  <a:pt x="2100580" y="998639"/>
                </a:lnTo>
                <a:lnTo>
                  <a:pt x="2086660" y="1015949"/>
                </a:lnTo>
                <a:lnTo>
                  <a:pt x="2071255" y="1028700"/>
                </a:lnTo>
                <a:lnTo>
                  <a:pt x="2041321" y="1054100"/>
                </a:lnTo>
                <a:lnTo>
                  <a:pt x="2025434" y="1074851"/>
                </a:lnTo>
                <a:lnTo>
                  <a:pt x="2010879" y="1087539"/>
                </a:lnTo>
                <a:lnTo>
                  <a:pt x="1982508" y="1112939"/>
                </a:lnTo>
                <a:lnTo>
                  <a:pt x="1954936" y="1138339"/>
                </a:lnTo>
                <a:lnTo>
                  <a:pt x="1942617" y="1155877"/>
                </a:lnTo>
                <a:lnTo>
                  <a:pt x="1929409" y="1168400"/>
                </a:lnTo>
                <a:lnTo>
                  <a:pt x="1915414" y="1188948"/>
                </a:lnTo>
                <a:lnTo>
                  <a:pt x="1902244" y="1201839"/>
                </a:lnTo>
                <a:lnTo>
                  <a:pt x="1890623" y="1219466"/>
                </a:lnTo>
                <a:lnTo>
                  <a:pt x="1878342" y="1231900"/>
                </a:lnTo>
                <a:lnTo>
                  <a:pt x="1865350" y="1252296"/>
                </a:lnTo>
                <a:lnTo>
                  <a:pt x="1852904" y="1265339"/>
                </a:lnTo>
                <a:lnTo>
                  <a:pt x="1829536" y="1290739"/>
                </a:lnTo>
                <a:lnTo>
                  <a:pt x="1807070" y="1328839"/>
                </a:lnTo>
                <a:lnTo>
                  <a:pt x="1796859" y="1346860"/>
                </a:lnTo>
                <a:lnTo>
                  <a:pt x="1786636" y="1358900"/>
                </a:lnTo>
                <a:lnTo>
                  <a:pt x="1775828" y="1378826"/>
                </a:lnTo>
                <a:lnTo>
                  <a:pt x="1764842" y="1392339"/>
                </a:lnTo>
                <a:lnTo>
                  <a:pt x="1755368" y="1410639"/>
                </a:lnTo>
                <a:lnTo>
                  <a:pt x="1746237" y="1422400"/>
                </a:lnTo>
                <a:lnTo>
                  <a:pt x="1736559" y="1442034"/>
                </a:lnTo>
                <a:lnTo>
                  <a:pt x="1726361" y="1455839"/>
                </a:lnTo>
                <a:lnTo>
                  <a:pt x="1708569" y="1493939"/>
                </a:lnTo>
                <a:lnTo>
                  <a:pt x="1691754" y="1532039"/>
                </a:lnTo>
                <a:lnTo>
                  <a:pt x="1683804" y="1551190"/>
                </a:lnTo>
                <a:lnTo>
                  <a:pt x="1677009" y="1562100"/>
                </a:lnTo>
                <a:lnTo>
                  <a:pt x="1669757" y="1580756"/>
                </a:lnTo>
                <a:lnTo>
                  <a:pt x="1661147" y="1595539"/>
                </a:lnTo>
                <a:lnTo>
                  <a:pt x="1647380" y="1633639"/>
                </a:lnTo>
                <a:lnTo>
                  <a:pt x="1634667" y="1671739"/>
                </a:lnTo>
                <a:lnTo>
                  <a:pt x="1623009" y="1709839"/>
                </a:lnTo>
                <a:lnTo>
                  <a:pt x="1612430" y="1747939"/>
                </a:lnTo>
                <a:lnTo>
                  <a:pt x="1602943" y="1786039"/>
                </a:lnTo>
                <a:lnTo>
                  <a:pt x="1594573" y="1824139"/>
                </a:lnTo>
                <a:lnTo>
                  <a:pt x="1587322" y="1862239"/>
                </a:lnTo>
                <a:lnTo>
                  <a:pt x="1581213" y="1900339"/>
                </a:lnTo>
                <a:lnTo>
                  <a:pt x="1576273" y="1938439"/>
                </a:lnTo>
                <a:lnTo>
                  <a:pt x="1572488" y="1976539"/>
                </a:lnTo>
                <a:lnTo>
                  <a:pt x="1569910" y="2014639"/>
                </a:lnTo>
                <a:lnTo>
                  <a:pt x="1568526" y="2052739"/>
                </a:lnTo>
                <a:lnTo>
                  <a:pt x="1568361" y="2103539"/>
                </a:lnTo>
                <a:lnTo>
                  <a:pt x="1569085" y="2129244"/>
                </a:lnTo>
                <a:lnTo>
                  <a:pt x="1569123" y="2130768"/>
                </a:lnTo>
                <a:lnTo>
                  <a:pt x="1569440" y="2141639"/>
                </a:lnTo>
                <a:lnTo>
                  <a:pt x="1353375" y="2192439"/>
                </a:lnTo>
                <a:lnTo>
                  <a:pt x="1332763" y="2202586"/>
                </a:lnTo>
                <a:lnTo>
                  <a:pt x="1302562" y="2209800"/>
                </a:lnTo>
                <a:lnTo>
                  <a:pt x="1270952" y="2225624"/>
                </a:lnTo>
                <a:lnTo>
                  <a:pt x="1201318" y="2243239"/>
                </a:lnTo>
                <a:lnTo>
                  <a:pt x="1152550" y="2268639"/>
                </a:lnTo>
                <a:lnTo>
                  <a:pt x="1104722" y="2281339"/>
                </a:lnTo>
                <a:lnTo>
                  <a:pt x="1057859" y="2306739"/>
                </a:lnTo>
                <a:lnTo>
                  <a:pt x="1011948" y="2319439"/>
                </a:lnTo>
                <a:lnTo>
                  <a:pt x="966990" y="2344839"/>
                </a:lnTo>
                <a:lnTo>
                  <a:pt x="922997" y="2370239"/>
                </a:lnTo>
                <a:lnTo>
                  <a:pt x="906627" y="2379903"/>
                </a:lnTo>
                <a:lnTo>
                  <a:pt x="880503" y="2387600"/>
                </a:lnTo>
                <a:lnTo>
                  <a:pt x="838403" y="2413000"/>
                </a:lnTo>
                <a:lnTo>
                  <a:pt x="812850" y="2428773"/>
                </a:lnTo>
                <a:lnTo>
                  <a:pt x="796747" y="2433739"/>
                </a:lnTo>
                <a:lnTo>
                  <a:pt x="756589" y="2459139"/>
                </a:lnTo>
                <a:lnTo>
                  <a:pt x="717372" y="2484539"/>
                </a:lnTo>
                <a:lnTo>
                  <a:pt x="702449" y="2499410"/>
                </a:lnTo>
                <a:lnTo>
                  <a:pt x="679551" y="2514600"/>
                </a:lnTo>
                <a:lnTo>
                  <a:pt x="656729" y="2537904"/>
                </a:lnTo>
                <a:lnTo>
                  <a:pt x="641845" y="2548039"/>
                </a:lnTo>
                <a:lnTo>
                  <a:pt x="605523" y="2573439"/>
                </a:lnTo>
                <a:lnTo>
                  <a:pt x="570153" y="2598839"/>
                </a:lnTo>
                <a:lnTo>
                  <a:pt x="556831" y="2613596"/>
                </a:lnTo>
                <a:lnTo>
                  <a:pt x="536079" y="2628900"/>
                </a:lnTo>
                <a:lnTo>
                  <a:pt x="515518" y="2652306"/>
                </a:lnTo>
                <a:lnTo>
                  <a:pt x="502310" y="2662339"/>
                </a:lnTo>
                <a:lnTo>
                  <a:pt x="469836" y="2687739"/>
                </a:lnTo>
                <a:lnTo>
                  <a:pt x="438327" y="2725839"/>
                </a:lnTo>
                <a:lnTo>
                  <a:pt x="407771" y="2751239"/>
                </a:lnTo>
                <a:lnTo>
                  <a:pt x="378193" y="2789339"/>
                </a:lnTo>
                <a:lnTo>
                  <a:pt x="349567" y="2827439"/>
                </a:lnTo>
                <a:lnTo>
                  <a:pt x="339013" y="2841980"/>
                </a:lnTo>
                <a:lnTo>
                  <a:pt x="322110" y="2857500"/>
                </a:lnTo>
                <a:lnTo>
                  <a:pt x="305562" y="2881096"/>
                </a:lnTo>
                <a:lnTo>
                  <a:pt x="295224" y="2890939"/>
                </a:lnTo>
                <a:lnTo>
                  <a:pt x="269506" y="2929039"/>
                </a:lnTo>
                <a:lnTo>
                  <a:pt x="244754" y="2967139"/>
                </a:lnTo>
                <a:lnTo>
                  <a:pt x="220967" y="3005239"/>
                </a:lnTo>
                <a:lnTo>
                  <a:pt x="198145" y="3043339"/>
                </a:lnTo>
                <a:lnTo>
                  <a:pt x="176288" y="3081439"/>
                </a:lnTo>
                <a:lnTo>
                  <a:pt x="155409" y="3119539"/>
                </a:lnTo>
                <a:lnTo>
                  <a:pt x="147840" y="3138830"/>
                </a:lnTo>
                <a:lnTo>
                  <a:pt x="135572" y="3162300"/>
                </a:lnTo>
                <a:lnTo>
                  <a:pt x="123748" y="3193973"/>
                </a:lnTo>
                <a:lnTo>
                  <a:pt x="116560" y="3208439"/>
                </a:lnTo>
                <a:lnTo>
                  <a:pt x="98590" y="3246539"/>
                </a:lnTo>
                <a:lnTo>
                  <a:pt x="92202" y="3265601"/>
                </a:lnTo>
                <a:lnTo>
                  <a:pt x="81622" y="3289300"/>
                </a:lnTo>
                <a:lnTo>
                  <a:pt x="71551" y="3321177"/>
                </a:lnTo>
                <a:lnTo>
                  <a:pt x="65557" y="3335439"/>
                </a:lnTo>
                <a:lnTo>
                  <a:pt x="59969" y="3354298"/>
                </a:lnTo>
                <a:lnTo>
                  <a:pt x="50520" y="3378200"/>
                </a:lnTo>
                <a:lnTo>
                  <a:pt x="41643" y="3410229"/>
                </a:lnTo>
                <a:lnTo>
                  <a:pt x="36423" y="3424339"/>
                </a:lnTo>
                <a:lnTo>
                  <a:pt x="23317" y="3475139"/>
                </a:lnTo>
                <a:lnTo>
                  <a:pt x="18872" y="3493732"/>
                </a:lnTo>
                <a:lnTo>
                  <a:pt x="11176" y="3517900"/>
                </a:lnTo>
                <a:lnTo>
                  <a:pt x="4076" y="3550120"/>
                </a:lnTo>
                <a:lnTo>
                  <a:pt x="1498" y="3558933"/>
                </a:lnTo>
                <a:lnTo>
                  <a:pt x="0" y="3564039"/>
                </a:lnTo>
                <a:lnTo>
                  <a:pt x="0" y="3568700"/>
                </a:lnTo>
                <a:lnTo>
                  <a:pt x="0" y="3758501"/>
                </a:lnTo>
                <a:lnTo>
                  <a:pt x="0" y="3898900"/>
                </a:lnTo>
                <a:lnTo>
                  <a:pt x="10464" y="3949700"/>
                </a:lnTo>
                <a:lnTo>
                  <a:pt x="22059" y="4000500"/>
                </a:lnTo>
                <a:lnTo>
                  <a:pt x="28790" y="4027373"/>
                </a:lnTo>
                <a:lnTo>
                  <a:pt x="8428863" y="4027373"/>
                </a:lnTo>
                <a:lnTo>
                  <a:pt x="8428863" y="1952256"/>
                </a:lnTo>
                <a:lnTo>
                  <a:pt x="8428863" y="1170609"/>
                </a:lnTo>
                <a:lnTo>
                  <a:pt x="8428863" y="1163688"/>
                </a:lnTo>
                <a:close/>
              </a:path>
            </a:pathLst>
          </a:custGeom>
          <a:solidFill>
            <a:srgbClr val="FD6120">
              <a:alpha val="1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77774" y="5338402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77774" y="34212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3010" y="3535599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7774" y="86501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80394" y="97937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7774" y="21431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52861" y="225748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77774" y="278218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46610" y="2896544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77774" y="406029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49140" y="4174654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77774" y="469934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154647" y="4813710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77774" y="597745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77774" y="89823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977774" y="6616513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103301" y="5452765"/>
            <a:ext cx="257175" cy="156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325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58419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977774" y="834328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115803" y="8457644"/>
            <a:ext cx="2324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735587" y="725556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9"/>
                </a:lnTo>
                <a:lnTo>
                  <a:pt x="232927" y="916924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2"/>
                </a:lnTo>
                <a:lnTo>
                  <a:pt x="101119" y="796495"/>
                </a:lnTo>
                <a:lnTo>
                  <a:pt x="75539" y="759536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2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2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6"/>
                </a:lnTo>
                <a:lnTo>
                  <a:pt x="891344" y="796495"/>
                </a:lnTo>
                <a:lnTo>
                  <a:pt x="862607" y="830922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4"/>
                </a:lnTo>
                <a:lnTo>
                  <a:pt x="720251" y="939139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096297" y="7519189"/>
            <a:ext cx="27114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45">
                <a:solidFill>
                  <a:srgbClr val="FFFEFE"/>
                </a:solidFill>
                <a:latin typeface="Tahoma"/>
                <a:cs typeface="Tahoma"/>
              </a:rPr>
              <a:t>11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977774" y="1504069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154349" y="161843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114315" y="9105333"/>
            <a:ext cx="235585" cy="28448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700" spc="-80">
                <a:solidFill>
                  <a:srgbClr val="181818"/>
                </a:solidFill>
                <a:latin typeface="Tahoma"/>
                <a:cs typeface="Tahoma"/>
              </a:rPr>
              <a:t>13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6292" y="744760"/>
            <a:ext cx="542734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-10"/>
              <a:t>References</a:t>
            </a:r>
            <a:endParaRPr sz="7500"/>
          </a:p>
        </p:txBody>
      </p:sp>
      <p:sp>
        <p:nvSpPr>
          <p:cNvPr id="3" name="object 3" descr=""/>
          <p:cNvSpPr txBox="1"/>
          <p:nvPr/>
        </p:nvSpPr>
        <p:spPr>
          <a:xfrm>
            <a:off x="3120474" y="3639011"/>
            <a:ext cx="72243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5" b="1">
                <a:latin typeface="Tahoma"/>
                <a:cs typeface="Tahoma"/>
              </a:rPr>
              <a:t>[1]</a:t>
            </a:r>
            <a:r>
              <a:rPr dirty="0" sz="2400" spc="15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https://pypi.org/project/face-recognition/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20474" y="4477211"/>
            <a:ext cx="3731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ahoma"/>
                <a:cs typeface="Tahoma"/>
              </a:rPr>
              <a:t>[2]</a:t>
            </a:r>
            <a:r>
              <a:rPr dirty="0" sz="2400" spc="2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https://opencv.org/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20474" y="5262071"/>
            <a:ext cx="919226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latin typeface="Tahoma"/>
                <a:cs typeface="Tahoma"/>
              </a:rPr>
              <a:t>[3]</a:t>
            </a:r>
            <a:r>
              <a:rPr dirty="0" sz="2400" spc="3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M.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Turk</a:t>
            </a:r>
            <a:r>
              <a:rPr dirty="0" sz="2400" spc="3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spc="85" b="1">
                <a:latin typeface="Tahoma"/>
                <a:cs typeface="Tahoma"/>
              </a:rPr>
              <a:t>A.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Pentland</a:t>
            </a:r>
            <a:r>
              <a:rPr dirty="0" sz="2400" spc="30" b="1">
                <a:latin typeface="Tahoma"/>
                <a:cs typeface="Tahoma"/>
              </a:rPr>
              <a:t> </a:t>
            </a:r>
            <a:r>
              <a:rPr dirty="0" sz="2400" spc="-145" b="1">
                <a:latin typeface="Tahoma"/>
                <a:cs typeface="Tahoma"/>
              </a:rPr>
              <a:t>(1991),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spc="80" b="1">
                <a:latin typeface="Tahoma"/>
                <a:cs typeface="Tahoma"/>
              </a:rPr>
              <a:t>“Face</a:t>
            </a:r>
            <a:r>
              <a:rPr dirty="0" sz="2400" spc="3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recognition</a:t>
            </a:r>
            <a:r>
              <a:rPr dirty="0" sz="2400" spc="3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using Eigenfaces”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20474" y="6572711"/>
            <a:ext cx="4914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5" b="1">
                <a:latin typeface="Tahoma"/>
                <a:cs typeface="Tahoma"/>
              </a:rPr>
              <a:t>[4]</a:t>
            </a:r>
            <a:r>
              <a:rPr dirty="0" sz="2400" spc="10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Dlib</a:t>
            </a:r>
            <a:r>
              <a:rPr dirty="0" sz="2400" spc="11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Library</a:t>
            </a:r>
            <a:r>
              <a:rPr dirty="0" sz="2400" spc="11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Documentation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033235" y="0"/>
            <a:ext cx="7254875" cy="4921250"/>
            <a:chOff x="11033235" y="0"/>
            <a:chExt cx="7254875" cy="4921250"/>
          </a:xfrm>
        </p:grpSpPr>
        <p:sp>
          <p:nvSpPr>
            <p:cNvPr id="8" name="object 8" descr=""/>
            <p:cNvSpPr/>
            <p:nvPr/>
          </p:nvSpPr>
          <p:spPr>
            <a:xfrm>
              <a:off x="11033235" y="0"/>
              <a:ext cx="7254875" cy="4921250"/>
            </a:xfrm>
            <a:custGeom>
              <a:avLst/>
              <a:gdLst/>
              <a:ahLst/>
              <a:cxnLst/>
              <a:rect l="l" t="t" r="r" b="b"/>
              <a:pathLst>
                <a:path w="7254875" h="4921250">
                  <a:moveTo>
                    <a:pt x="3288279" y="740067"/>
                  </a:moveTo>
                  <a:lnTo>
                    <a:pt x="2610294" y="352647"/>
                  </a:lnTo>
                  <a:lnTo>
                    <a:pt x="2811807" y="0"/>
                  </a:lnTo>
                  <a:lnTo>
                    <a:pt x="3711175" y="0"/>
                  </a:lnTo>
                  <a:lnTo>
                    <a:pt x="3288279" y="740067"/>
                  </a:lnTo>
                  <a:close/>
                </a:path>
                <a:path w="7254875" h="4921250">
                  <a:moveTo>
                    <a:pt x="899367" y="4920662"/>
                  </a:moveTo>
                  <a:lnTo>
                    <a:pt x="204875" y="4920662"/>
                  </a:lnTo>
                  <a:lnTo>
                    <a:pt x="204875" y="4562130"/>
                  </a:lnTo>
                  <a:lnTo>
                    <a:pt x="2222874" y="1030632"/>
                  </a:lnTo>
                  <a:lnTo>
                    <a:pt x="2900859" y="1418052"/>
                  </a:lnTo>
                  <a:lnTo>
                    <a:pt x="1345579" y="4139791"/>
                  </a:lnTo>
                  <a:lnTo>
                    <a:pt x="985745" y="4139791"/>
                  </a:lnTo>
                  <a:lnTo>
                    <a:pt x="985745" y="4769501"/>
                  </a:lnTo>
                  <a:lnTo>
                    <a:pt x="899367" y="4920662"/>
                  </a:lnTo>
                  <a:close/>
                </a:path>
                <a:path w="7254875" h="4921250">
                  <a:moveTo>
                    <a:pt x="985745" y="4769501"/>
                  </a:moveTo>
                  <a:lnTo>
                    <a:pt x="985745" y="4139791"/>
                  </a:lnTo>
                  <a:lnTo>
                    <a:pt x="1345579" y="4139791"/>
                  </a:lnTo>
                  <a:lnTo>
                    <a:pt x="985745" y="4769501"/>
                  </a:lnTo>
                  <a:close/>
                </a:path>
                <a:path w="7254875" h="4921250">
                  <a:moveTo>
                    <a:pt x="5670966" y="4920662"/>
                  </a:moveTo>
                  <a:lnTo>
                    <a:pt x="985745" y="4920662"/>
                  </a:lnTo>
                  <a:lnTo>
                    <a:pt x="985745" y="4769501"/>
                  </a:lnTo>
                  <a:lnTo>
                    <a:pt x="1345579" y="4139791"/>
                  </a:lnTo>
                  <a:lnTo>
                    <a:pt x="5670966" y="4139791"/>
                  </a:lnTo>
                  <a:lnTo>
                    <a:pt x="5670966" y="4920662"/>
                  </a:lnTo>
                  <a:close/>
                </a:path>
                <a:path w="7254875" h="4921250">
                  <a:moveTo>
                    <a:pt x="204875" y="4920662"/>
                  </a:moveTo>
                  <a:lnTo>
                    <a:pt x="0" y="4920662"/>
                  </a:lnTo>
                  <a:lnTo>
                    <a:pt x="204875" y="4562130"/>
                  </a:lnTo>
                  <a:lnTo>
                    <a:pt x="204875" y="4920662"/>
                  </a:lnTo>
                  <a:close/>
                </a:path>
                <a:path w="7254875" h="4921250">
                  <a:moveTo>
                    <a:pt x="7254763" y="4920662"/>
                  </a:moveTo>
                  <a:lnTo>
                    <a:pt x="6451836" y="4920662"/>
                  </a:lnTo>
                  <a:lnTo>
                    <a:pt x="6451836" y="4139791"/>
                  </a:lnTo>
                  <a:lnTo>
                    <a:pt x="7254763" y="4139791"/>
                  </a:lnTo>
                  <a:lnTo>
                    <a:pt x="7254763" y="4920662"/>
                  </a:lnTo>
                  <a:close/>
                </a:path>
              </a:pathLst>
            </a:custGeom>
            <a:solidFill>
              <a:srgbClr val="FD6120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313641" y="910464"/>
              <a:ext cx="942975" cy="236220"/>
            </a:xfrm>
            <a:custGeom>
              <a:avLst/>
              <a:gdLst/>
              <a:ahLst/>
              <a:cxnLst/>
              <a:rect l="l" t="t" r="r" b="b"/>
              <a:pathLst>
                <a:path w="942975" h="236219">
                  <a:moveTo>
                    <a:pt x="117816" y="235632"/>
                  </a:moveTo>
                  <a:lnTo>
                    <a:pt x="71946" y="226377"/>
                  </a:lnTo>
                  <a:lnTo>
                    <a:pt x="34498" y="201134"/>
                  </a:lnTo>
                  <a:lnTo>
                    <a:pt x="9255" y="163686"/>
                  </a:lnTo>
                  <a:lnTo>
                    <a:pt x="0" y="117816"/>
                  </a:lnTo>
                  <a:lnTo>
                    <a:pt x="9255" y="71946"/>
                  </a:lnTo>
                  <a:lnTo>
                    <a:pt x="34498" y="34498"/>
                  </a:lnTo>
                  <a:lnTo>
                    <a:pt x="71946" y="9255"/>
                  </a:lnTo>
                  <a:lnTo>
                    <a:pt x="117816" y="0"/>
                  </a:lnTo>
                  <a:lnTo>
                    <a:pt x="163686" y="9255"/>
                  </a:lnTo>
                  <a:lnTo>
                    <a:pt x="201134" y="34498"/>
                  </a:lnTo>
                  <a:lnTo>
                    <a:pt x="226377" y="71946"/>
                  </a:lnTo>
                  <a:lnTo>
                    <a:pt x="235632" y="117816"/>
                  </a:lnTo>
                  <a:lnTo>
                    <a:pt x="226377" y="163686"/>
                  </a:lnTo>
                  <a:lnTo>
                    <a:pt x="201134" y="201134"/>
                  </a:lnTo>
                  <a:lnTo>
                    <a:pt x="163686" y="226377"/>
                  </a:lnTo>
                  <a:lnTo>
                    <a:pt x="117816" y="235632"/>
                  </a:lnTo>
                  <a:close/>
                </a:path>
                <a:path w="942975" h="236219">
                  <a:moveTo>
                    <a:pt x="824713" y="235632"/>
                  </a:moveTo>
                  <a:lnTo>
                    <a:pt x="778843" y="226377"/>
                  </a:lnTo>
                  <a:lnTo>
                    <a:pt x="741395" y="201134"/>
                  </a:lnTo>
                  <a:lnTo>
                    <a:pt x="716152" y="163686"/>
                  </a:lnTo>
                  <a:lnTo>
                    <a:pt x="706897" y="117816"/>
                  </a:lnTo>
                  <a:lnTo>
                    <a:pt x="716152" y="71946"/>
                  </a:lnTo>
                  <a:lnTo>
                    <a:pt x="741395" y="34498"/>
                  </a:lnTo>
                  <a:lnTo>
                    <a:pt x="778843" y="9255"/>
                  </a:lnTo>
                  <a:lnTo>
                    <a:pt x="824713" y="0"/>
                  </a:lnTo>
                  <a:lnTo>
                    <a:pt x="870583" y="9255"/>
                  </a:lnTo>
                  <a:lnTo>
                    <a:pt x="908031" y="34498"/>
                  </a:lnTo>
                  <a:lnTo>
                    <a:pt x="933274" y="71946"/>
                  </a:lnTo>
                  <a:lnTo>
                    <a:pt x="942529" y="117816"/>
                  </a:lnTo>
                  <a:lnTo>
                    <a:pt x="933274" y="163686"/>
                  </a:lnTo>
                  <a:lnTo>
                    <a:pt x="908031" y="201134"/>
                  </a:lnTo>
                  <a:lnTo>
                    <a:pt x="870583" y="226377"/>
                  </a:lnTo>
                  <a:lnTo>
                    <a:pt x="824713" y="235632"/>
                  </a:lnTo>
                  <a:close/>
                </a:path>
                <a:path w="942975" h="236219">
                  <a:moveTo>
                    <a:pt x="471264" y="235632"/>
                  </a:moveTo>
                  <a:lnTo>
                    <a:pt x="425394" y="226377"/>
                  </a:lnTo>
                  <a:lnTo>
                    <a:pt x="387946" y="201134"/>
                  </a:lnTo>
                  <a:lnTo>
                    <a:pt x="362703" y="163686"/>
                  </a:lnTo>
                  <a:lnTo>
                    <a:pt x="353448" y="117816"/>
                  </a:lnTo>
                  <a:lnTo>
                    <a:pt x="362703" y="71946"/>
                  </a:lnTo>
                  <a:lnTo>
                    <a:pt x="387946" y="34498"/>
                  </a:lnTo>
                  <a:lnTo>
                    <a:pt x="425394" y="9255"/>
                  </a:lnTo>
                  <a:lnTo>
                    <a:pt x="471264" y="0"/>
                  </a:lnTo>
                  <a:lnTo>
                    <a:pt x="517134" y="9255"/>
                  </a:lnTo>
                  <a:lnTo>
                    <a:pt x="554583" y="34498"/>
                  </a:lnTo>
                  <a:lnTo>
                    <a:pt x="579826" y="71946"/>
                  </a:lnTo>
                  <a:lnTo>
                    <a:pt x="589081" y="117816"/>
                  </a:lnTo>
                  <a:lnTo>
                    <a:pt x="579826" y="163686"/>
                  </a:lnTo>
                  <a:lnTo>
                    <a:pt x="554583" y="201134"/>
                  </a:lnTo>
                  <a:lnTo>
                    <a:pt x="517134" y="226377"/>
                  </a:lnTo>
                  <a:lnTo>
                    <a:pt x="471264" y="235632"/>
                  </a:lnTo>
                  <a:close/>
                </a:path>
              </a:pathLst>
            </a:custGeom>
            <a:solidFill>
              <a:srgbClr val="FD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9146528" y="5988486"/>
            <a:ext cx="9142095" cy="4298950"/>
          </a:xfrm>
          <a:custGeom>
            <a:avLst/>
            <a:gdLst/>
            <a:ahLst/>
            <a:cxnLst/>
            <a:rect l="l" t="t" r="r" b="b"/>
            <a:pathLst>
              <a:path w="9142094" h="4298950">
                <a:moveTo>
                  <a:pt x="7703570" y="4180594"/>
                </a:moveTo>
                <a:lnTo>
                  <a:pt x="7909928" y="4298513"/>
                </a:lnTo>
                <a:lnTo>
                  <a:pt x="7636187" y="4298513"/>
                </a:lnTo>
                <a:lnTo>
                  <a:pt x="7703570" y="4180594"/>
                </a:lnTo>
                <a:close/>
              </a:path>
              <a:path w="9142094" h="4298950">
                <a:moveTo>
                  <a:pt x="1137448" y="416640"/>
                </a:moveTo>
                <a:lnTo>
                  <a:pt x="3355661" y="4298513"/>
                </a:lnTo>
                <a:lnTo>
                  <a:pt x="2456293" y="4298513"/>
                </a:lnTo>
                <a:lnTo>
                  <a:pt x="459463" y="804060"/>
                </a:lnTo>
                <a:lnTo>
                  <a:pt x="1137448" y="416640"/>
                </a:lnTo>
                <a:close/>
              </a:path>
              <a:path w="9142094" h="4298950">
                <a:moveTo>
                  <a:pt x="292673" y="0"/>
                </a:moveTo>
                <a:lnTo>
                  <a:pt x="4540013" y="0"/>
                </a:lnTo>
                <a:lnTo>
                  <a:pt x="4540013" y="780870"/>
                </a:lnTo>
                <a:lnTo>
                  <a:pt x="1345580" y="780870"/>
                </a:lnTo>
                <a:lnTo>
                  <a:pt x="1137448" y="416640"/>
                </a:lnTo>
                <a:lnTo>
                  <a:pt x="238080" y="416640"/>
                </a:lnTo>
                <a:lnTo>
                  <a:pt x="72043" y="126075"/>
                </a:lnTo>
                <a:lnTo>
                  <a:pt x="292673" y="0"/>
                </a:lnTo>
                <a:close/>
              </a:path>
              <a:path w="9142094" h="4298950">
                <a:moveTo>
                  <a:pt x="238080" y="416640"/>
                </a:moveTo>
                <a:lnTo>
                  <a:pt x="1137448" y="416640"/>
                </a:lnTo>
                <a:lnTo>
                  <a:pt x="500046" y="780870"/>
                </a:lnTo>
                <a:lnTo>
                  <a:pt x="446211" y="780870"/>
                </a:lnTo>
                <a:lnTo>
                  <a:pt x="238080" y="416640"/>
                </a:lnTo>
                <a:close/>
              </a:path>
              <a:path w="9142094" h="4298950">
                <a:moveTo>
                  <a:pt x="0" y="0"/>
                </a:moveTo>
                <a:lnTo>
                  <a:pt x="292673" y="0"/>
                </a:lnTo>
                <a:lnTo>
                  <a:pt x="72043" y="126075"/>
                </a:lnTo>
                <a:lnTo>
                  <a:pt x="0" y="0"/>
                </a:lnTo>
                <a:close/>
              </a:path>
              <a:path w="9142094" h="4298950">
                <a:moveTo>
                  <a:pt x="9141469" y="1664270"/>
                </a:moveTo>
                <a:lnTo>
                  <a:pt x="9141469" y="3238165"/>
                </a:lnTo>
                <a:lnTo>
                  <a:pt x="8768975" y="3890029"/>
                </a:lnTo>
                <a:lnTo>
                  <a:pt x="8090990" y="3502609"/>
                </a:lnTo>
                <a:lnTo>
                  <a:pt x="9141469" y="1664270"/>
                </a:lnTo>
                <a:close/>
              </a:path>
              <a:path w="9142094" h="4298950">
                <a:moveTo>
                  <a:pt x="5320883" y="0"/>
                </a:moveTo>
                <a:lnTo>
                  <a:pt x="9141469" y="0"/>
                </a:lnTo>
                <a:lnTo>
                  <a:pt x="9141469" y="780870"/>
                </a:lnTo>
                <a:lnTo>
                  <a:pt x="5320883" y="780870"/>
                </a:lnTo>
                <a:lnTo>
                  <a:pt x="5320883" y="0"/>
                </a:lnTo>
                <a:close/>
              </a:path>
            </a:pathLst>
          </a:custGeom>
          <a:solidFill>
            <a:srgbClr val="FD6120">
              <a:alpha val="1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77774" y="5338402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51075" y="5452765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77774" y="34212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53010" y="3535599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77774" y="86501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80394" y="97937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77774" y="21431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977774" y="278218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46610" y="2257488"/>
            <a:ext cx="170815" cy="92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77774" y="406029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149140" y="4174654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77774" y="469934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154647" y="4813710"/>
            <a:ext cx="154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977774" y="597745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149140" y="6091821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977774" y="89823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977774" y="6616513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103301" y="6730875"/>
            <a:ext cx="2571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977774" y="7255568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141699" y="7369932"/>
            <a:ext cx="1803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735587" y="789462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6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6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1055072" y="8158243"/>
            <a:ext cx="3536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65">
                <a:solidFill>
                  <a:srgbClr val="FFFEFE"/>
                </a:solidFill>
                <a:latin typeface="Tahoma"/>
                <a:cs typeface="Tahoma"/>
              </a:rPr>
              <a:t>12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977774" y="1504069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154349" y="161843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114315" y="9105333"/>
            <a:ext cx="235585" cy="28448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700" spc="-80">
                <a:solidFill>
                  <a:srgbClr val="181818"/>
                </a:solidFill>
                <a:latin typeface="Tahoma"/>
                <a:cs typeface="Tahoma"/>
              </a:rPr>
              <a:t>13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313641" y="1028700"/>
            <a:ext cx="942975" cy="236220"/>
          </a:xfrm>
          <a:custGeom>
            <a:avLst/>
            <a:gdLst/>
            <a:ahLst/>
            <a:cxnLst/>
            <a:rect l="l" t="t" r="r" b="b"/>
            <a:pathLst>
              <a:path w="942975" h="236219">
                <a:moveTo>
                  <a:pt x="117816" y="235632"/>
                </a:moveTo>
                <a:lnTo>
                  <a:pt x="71946" y="226377"/>
                </a:lnTo>
                <a:lnTo>
                  <a:pt x="34498" y="201134"/>
                </a:lnTo>
                <a:lnTo>
                  <a:pt x="9255" y="163686"/>
                </a:lnTo>
                <a:lnTo>
                  <a:pt x="0" y="117816"/>
                </a:lnTo>
                <a:lnTo>
                  <a:pt x="9255" y="71946"/>
                </a:lnTo>
                <a:lnTo>
                  <a:pt x="34498" y="34498"/>
                </a:lnTo>
                <a:lnTo>
                  <a:pt x="71946" y="9255"/>
                </a:lnTo>
                <a:lnTo>
                  <a:pt x="117816" y="0"/>
                </a:lnTo>
                <a:lnTo>
                  <a:pt x="163686" y="9255"/>
                </a:lnTo>
                <a:lnTo>
                  <a:pt x="201134" y="34498"/>
                </a:lnTo>
                <a:lnTo>
                  <a:pt x="226377" y="71946"/>
                </a:lnTo>
                <a:lnTo>
                  <a:pt x="235632" y="117816"/>
                </a:lnTo>
                <a:lnTo>
                  <a:pt x="226377" y="163686"/>
                </a:lnTo>
                <a:lnTo>
                  <a:pt x="201134" y="201134"/>
                </a:lnTo>
                <a:lnTo>
                  <a:pt x="163686" y="226377"/>
                </a:lnTo>
                <a:lnTo>
                  <a:pt x="117816" y="235632"/>
                </a:lnTo>
                <a:close/>
              </a:path>
              <a:path w="942975" h="236219">
                <a:moveTo>
                  <a:pt x="824713" y="235632"/>
                </a:moveTo>
                <a:lnTo>
                  <a:pt x="778843" y="226377"/>
                </a:lnTo>
                <a:lnTo>
                  <a:pt x="741395" y="201134"/>
                </a:lnTo>
                <a:lnTo>
                  <a:pt x="716152" y="163686"/>
                </a:lnTo>
                <a:lnTo>
                  <a:pt x="706897" y="117816"/>
                </a:lnTo>
                <a:lnTo>
                  <a:pt x="716152" y="71946"/>
                </a:lnTo>
                <a:lnTo>
                  <a:pt x="741395" y="34498"/>
                </a:lnTo>
                <a:lnTo>
                  <a:pt x="778843" y="9255"/>
                </a:lnTo>
                <a:lnTo>
                  <a:pt x="824713" y="0"/>
                </a:lnTo>
                <a:lnTo>
                  <a:pt x="870583" y="9255"/>
                </a:lnTo>
                <a:lnTo>
                  <a:pt x="908031" y="34498"/>
                </a:lnTo>
                <a:lnTo>
                  <a:pt x="933274" y="71946"/>
                </a:lnTo>
                <a:lnTo>
                  <a:pt x="942529" y="117816"/>
                </a:lnTo>
                <a:lnTo>
                  <a:pt x="933274" y="163686"/>
                </a:lnTo>
                <a:lnTo>
                  <a:pt x="908031" y="201134"/>
                </a:lnTo>
                <a:lnTo>
                  <a:pt x="870583" y="226377"/>
                </a:lnTo>
                <a:lnTo>
                  <a:pt x="824713" y="235632"/>
                </a:lnTo>
                <a:close/>
              </a:path>
              <a:path w="942975" h="236219">
                <a:moveTo>
                  <a:pt x="471264" y="235632"/>
                </a:moveTo>
                <a:lnTo>
                  <a:pt x="425394" y="226377"/>
                </a:lnTo>
                <a:lnTo>
                  <a:pt x="387946" y="201134"/>
                </a:lnTo>
                <a:lnTo>
                  <a:pt x="362703" y="163686"/>
                </a:lnTo>
                <a:lnTo>
                  <a:pt x="353448" y="117816"/>
                </a:lnTo>
                <a:lnTo>
                  <a:pt x="362703" y="71946"/>
                </a:lnTo>
                <a:lnTo>
                  <a:pt x="387946" y="34498"/>
                </a:lnTo>
                <a:lnTo>
                  <a:pt x="425394" y="9255"/>
                </a:lnTo>
                <a:lnTo>
                  <a:pt x="471264" y="0"/>
                </a:lnTo>
                <a:lnTo>
                  <a:pt x="517134" y="9255"/>
                </a:lnTo>
                <a:lnTo>
                  <a:pt x="554583" y="34498"/>
                </a:lnTo>
                <a:lnTo>
                  <a:pt x="579826" y="71946"/>
                </a:lnTo>
                <a:lnTo>
                  <a:pt x="589081" y="117816"/>
                </a:lnTo>
                <a:lnTo>
                  <a:pt x="579826" y="163686"/>
                </a:lnTo>
                <a:lnTo>
                  <a:pt x="554583" y="201134"/>
                </a:lnTo>
                <a:lnTo>
                  <a:pt x="517134" y="226377"/>
                </a:lnTo>
                <a:lnTo>
                  <a:pt x="471264" y="23563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982517" y="5271908"/>
            <a:ext cx="5955665" cy="1487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450" spc="75" b="1">
                <a:solidFill>
                  <a:srgbClr val="181818"/>
                </a:solidFill>
                <a:latin typeface="Tahoma"/>
                <a:cs typeface="Tahoma"/>
              </a:rPr>
              <a:t>Contact</a:t>
            </a:r>
            <a:r>
              <a:rPr dirty="0" sz="4450" spc="45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4450" spc="-10" b="1">
                <a:solidFill>
                  <a:srgbClr val="181818"/>
                </a:solidFill>
                <a:latin typeface="Tahoma"/>
                <a:cs typeface="Tahoma"/>
              </a:rPr>
              <a:t>Details</a:t>
            </a:r>
            <a:endParaRPr sz="4450">
              <a:latin typeface="Tahoma"/>
              <a:cs typeface="Tahoma"/>
            </a:endParaRPr>
          </a:p>
          <a:p>
            <a:pPr marL="161290">
              <a:lnSpc>
                <a:spcPct val="100000"/>
              </a:lnSpc>
              <a:spcBef>
                <a:spcPts val="3155"/>
              </a:spcBef>
              <a:tabLst>
                <a:tab pos="1624965" algn="l"/>
                <a:tab pos="2031364" algn="l"/>
              </a:tabLst>
            </a:pPr>
            <a:r>
              <a:rPr dirty="0" baseline="1111" sz="3750" spc="44" b="1">
                <a:solidFill>
                  <a:srgbClr val="181818"/>
                </a:solidFill>
                <a:latin typeface="Tahoma"/>
                <a:cs typeface="Tahoma"/>
              </a:rPr>
              <a:t>Dept</a:t>
            </a:r>
            <a:r>
              <a:rPr dirty="0" baseline="1111" sz="3750" b="1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baseline="1111" sz="3750" spc="-75" b="1">
                <a:solidFill>
                  <a:srgbClr val="181818"/>
                </a:solidFill>
                <a:latin typeface="Tahoma"/>
                <a:cs typeface="Tahoma"/>
              </a:rPr>
              <a:t>:</a:t>
            </a:r>
            <a:r>
              <a:rPr dirty="0" baseline="1111" sz="3750" b="1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2500" spc="-20" b="1">
                <a:solidFill>
                  <a:srgbClr val="181818"/>
                </a:solidFill>
                <a:latin typeface="Tahoma"/>
                <a:cs typeface="Tahoma"/>
              </a:rPr>
              <a:t>Information</a:t>
            </a:r>
            <a:r>
              <a:rPr dirty="0" sz="2500" spc="-8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500" spc="40" b="1">
                <a:solidFill>
                  <a:srgbClr val="181818"/>
                </a:solidFill>
                <a:latin typeface="Tahoma"/>
                <a:cs typeface="Tahoma"/>
              </a:rPr>
              <a:t>Technology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31300" y="7143467"/>
            <a:ext cx="4022725" cy="120078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488440" algn="l"/>
                <a:tab pos="1882139" algn="l"/>
              </a:tabLst>
            </a:pPr>
            <a:r>
              <a:rPr dirty="0" baseline="1111" sz="3750" spc="-30" b="1">
                <a:solidFill>
                  <a:srgbClr val="181818"/>
                </a:solidFill>
                <a:latin typeface="Tahoma"/>
                <a:cs typeface="Tahoma"/>
              </a:rPr>
              <a:t>year</a:t>
            </a:r>
            <a:r>
              <a:rPr dirty="0" baseline="1111" sz="3750" b="1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baseline="1111" sz="3750" spc="-75" b="1">
                <a:solidFill>
                  <a:srgbClr val="181818"/>
                </a:solidFill>
                <a:latin typeface="Tahoma"/>
                <a:cs typeface="Tahoma"/>
              </a:rPr>
              <a:t>:</a:t>
            </a:r>
            <a:r>
              <a:rPr dirty="0" baseline="1111" sz="3750" b="1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2500" b="1">
                <a:solidFill>
                  <a:srgbClr val="181818"/>
                </a:solidFill>
                <a:latin typeface="Tahoma"/>
                <a:cs typeface="Tahoma"/>
              </a:rPr>
              <a:t>Final</a:t>
            </a:r>
            <a:r>
              <a:rPr dirty="0" sz="2500" spc="14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500" spc="-20" b="1">
                <a:solidFill>
                  <a:srgbClr val="181818"/>
                </a:solidFill>
                <a:latin typeface="Tahoma"/>
                <a:cs typeface="Tahoma"/>
              </a:rPr>
              <a:t>year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82139" algn="l"/>
              </a:tabLst>
            </a:pPr>
            <a:r>
              <a:rPr dirty="0" baseline="1111" sz="3750" spc="-30" b="1">
                <a:solidFill>
                  <a:srgbClr val="181818"/>
                </a:solidFill>
                <a:latin typeface="Tahoma"/>
                <a:cs typeface="Tahoma"/>
              </a:rPr>
              <a:t>Incharge</a:t>
            </a:r>
            <a:r>
              <a:rPr dirty="0" baseline="1111" sz="3750" spc="-172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baseline="1111" sz="3750" spc="-75" b="1">
                <a:solidFill>
                  <a:srgbClr val="181818"/>
                </a:solidFill>
                <a:latin typeface="Tahoma"/>
                <a:cs typeface="Tahoma"/>
              </a:rPr>
              <a:t>:</a:t>
            </a:r>
            <a:r>
              <a:rPr dirty="0" baseline="1111" sz="3750" b="1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2500" b="1">
                <a:solidFill>
                  <a:srgbClr val="181818"/>
                </a:solidFill>
                <a:latin typeface="Tahoma"/>
                <a:cs typeface="Tahoma"/>
              </a:rPr>
              <a:t>Mrs.Dhivya</a:t>
            </a:r>
            <a:r>
              <a:rPr dirty="0" sz="2500" spc="-100" b="1">
                <a:solidFill>
                  <a:srgbClr val="181818"/>
                </a:solidFill>
                <a:latin typeface="Tahoma"/>
                <a:cs typeface="Tahoma"/>
              </a:rPr>
              <a:t> </a:t>
            </a:r>
            <a:r>
              <a:rPr dirty="0" sz="2500" spc="204" b="1">
                <a:solidFill>
                  <a:srgbClr val="181818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3849" y="1926786"/>
            <a:ext cx="1359598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155" i="1">
                <a:latin typeface="Trebuchet MS"/>
                <a:cs typeface="Trebuchet MS"/>
              </a:rPr>
              <a:t>Thanks</a:t>
            </a:r>
            <a:r>
              <a:rPr dirty="0" sz="7500" spc="5" i="1">
                <a:latin typeface="Trebuchet MS"/>
                <a:cs typeface="Trebuchet MS"/>
              </a:rPr>
              <a:t> </a:t>
            </a:r>
            <a:r>
              <a:rPr dirty="0" sz="7500" spc="120" i="1">
                <a:latin typeface="Trebuchet MS"/>
                <a:cs typeface="Trebuchet MS"/>
              </a:rPr>
              <a:t>for</a:t>
            </a:r>
            <a:r>
              <a:rPr dirty="0" sz="7500" spc="5" i="1">
                <a:latin typeface="Trebuchet MS"/>
                <a:cs typeface="Trebuchet MS"/>
              </a:rPr>
              <a:t> </a:t>
            </a:r>
            <a:r>
              <a:rPr dirty="0" sz="7500" spc="385" i="1">
                <a:latin typeface="Trebuchet MS"/>
                <a:cs typeface="Trebuchet MS"/>
              </a:rPr>
              <a:t>giving</a:t>
            </a:r>
            <a:r>
              <a:rPr dirty="0" sz="7500" spc="5" i="1">
                <a:latin typeface="Trebuchet MS"/>
                <a:cs typeface="Trebuchet MS"/>
              </a:rPr>
              <a:t> </a:t>
            </a:r>
            <a:r>
              <a:rPr dirty="0" sz="7500" spc="285" i="1">
                <a:latin typeface="Trebuchet MS"/>
                <a:cs typeface="Trebuchet MS"/>
              </a:rPr>
              <a:t>wonderful</a:t>
            </a:r>
            <a:endParaRPr sz="75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3001816" y="0"/>
            <a:ext cx="5286375" cy="10287000"/>
          </a:xfrm>
          <a:custGeom>
            <a:avLst/>
            <a:gdLst/>
            <a:ahLst/>
            <a:cxnLst/>
            <a:rect l="l" t="t" r="r" b="b"/>
            <a:pathLst>
              <a:path w="5286375" h="10287000">
                <a:moveTo>
                  <a:pt x="1469885" y="7165543"/>
                </a:moveTo>
                <a:lnTo>
                  <a:pt x="605739" y="6827825"/>
                </a:lnTo>
                <a:lnTo>
                  <a:pt x="593966" y="6904647"/>
                </a:lnTo>
                <a:lnTo>
                  <a:pt x="555917" y="6904647"/>
                </a:lnTo>
                <a:lnTo>
                  <a:pt x="537324" y="7031647"/>
                </a:lnTo>
                <a:lnTo>
                  <a:pt x="519010" y="7031647"/>
                </a:lnTo>
                <a:lnTo>
                  <a:pt x="501002" y="7158647"/>
                </a:lnTo>
                <a:lnTo>
                  <a:pt x="465848" y="7158647"/>
                </a:lnTo>
                <a:lnTo>
                  <a:pt x="448716" y="7285647"/>
                </a:lnTo>
                <a:lnTo>
                  <a:pt x="431888" y="7285647"/>
                </a:lnTo>
                <a:lnTo>
                  <a:pt x="415353" y="7412647"/>
                </a:lnTo>
                <a:lnTo>
                  <a:pt x="383184" y="7412647"/>
                </a:lnTo>
                <a:lnTo>
                  <a:pt x="367550" y="7539647"/>
                </a:lnTo>
                <a:lnTo>
                  <a:pt x="352221" y="7539647"/>
                </a:lnTo>
                <a:lnTo>
                  <a:pt x="337197" y="7666647"/>
                </a:lnTo>
                <a:lnTo>
                  <a:pt x="308063" y="7666647"/>
                </a:lnTo>
                <a:lnTo>
                  <a:pt x="293966" y="7793647"/>
                </a:lnTo>
                <a:lnTo>
                  <a:pt x="280187" y="7793647"/>
                </a:lnTo>
                <a:lnTo>
                  <a:pt x="266712" y="7920647"/>
                </a:lnTo>
                <a:lnTo>
                  <a:pt x="240703" y="7920647"/>
                </a:lnTo>
                <a:lnTo>
                  <a:pt x="228168" y="8047647"/>
                </a:lnTo>
                <a:lnTo>
                  <a:pt x="215963" y="8047647"/>
                </a:lnTo>
                <a:lnTo>
                  <a:pt x="204076" y="8174647"/>
                </a:lnTo>
                <a:lnTo>
                  <a:pt x="192506" y="8174647"/>
                </a:lnTo>
                <a:lnTo>
                  <a:pt x="181254" y="8301647"/>
                </a:lnTo>
                <a:lnTo>
                  <a:pt x="159727" y="8301647"/>
                </a:lnTo>
                <a:lnTo>
                  <a:pt x="149453" y="8428647"/>
                </a:lnTo>
                <a:lnTo>
                  <a:pt x="139509" y="8428647"/>
                </a:lnTo>
                <a:lnTo>
                  <a:pt x="129895" y="8555647"/>
                </a:lnTo>
                <a:lnTo>
                  <a:pt x="120611" y="8555647"/>
                </a:lnTo>
                <a:lnTo>
                  <a:pt x="111671" y="8682647"/>
                </a:lnTo>
                <a:lnTo>
                  <a:pt x="94767" y="8682647"/>
                </a:lnTo>
                <a:lnTo>
                  <a:pt x="86817" y="8809647"/>
                </a:lnTo>
                <a:lnTo>
                  <a:pt x="79209" y="8809647"/>
                </a:lnTo>
                <a:lnTo>
                  <a:pt x="71945" y="8936647"/>
                </a:lnTo>
                <a:lnTo>
                  <a:pt x="65011" y="8936647"/>
                </a:lnTo>
                <a:lnTo>
                  <a:pt x="58432" y="9063647"/>
                </a:lnTo>
                <a:lnTo>
                  <a:pt x="52184" y="9063647"/>
                </a:lnTo>
                <a:lnTo>
                  <a:pt x="46291" y="9190647"/>
                </a:lnTo>
                <a:lnTo>
                  <a:pt x="35534" y="9190647"/>
                </a:lnTo>
                <a:lnTo>
                  <a:pt x="30683" y="9317647"/>
                </a:lnTo>
                <a:lnTo>
                  <a:pt x="26174" y="9317647"/>
                </a:lnTo>
                <a:lnTo>
                  <a:pt x="22034" y="9444647"/>
                </a:lnTo>
                <a:lnTo>
                  <a:pt x="18237" y="9444647"/>
                </a:lnTo>
                <a:lnTo>
                  <a:pt x="14782" y="9571647"/>
                </a:lnTo>
                <a:lnTo>
                  <a:pt x="11709" y="9571647"/>
                </a:lnTo>
                <a:lnTo>
                  <a:pt x="11645" y="9574149"/>
                </a:lnTo>
                <a:lnTo>
                  <a:pt x="8978" y="9698647"/>
                </a:lnTo>
                <a:lnTo>
                  <a:pt x="6604" y="9698647"/>
                </a:lnTo>
                <a:lnTo>
                  <a:pt x="4597" y="9825647"/>
                </a:lnTo>
                <a:lnTo>
                  <a:pt x="1663" y="9825647"/>
                </a:lnTo>
                <a:lnTo>
                  <a:pt x="1600" y="9834689"/>
                </a:lnTo>
                <a:lnTo>
                  <a:pt x="749" y="9952647"/>
                </a:lnTo>
                <a:lnTo>
                  <a:pt x="203" y="9952647"/>
                </a:lnTo>
                <a:lnTo>
                  <a:pt x="139" y="9992335"/>
                </a:lnTo>
                <a:lnTo>
                  <a:pt x="50" y="10043655"/>
                </a:lnTo>
                <a:lnTo>
                  <a:pt x="0" y="10079647"/>
                </a:lnTo>
                <a:lnTo>
                  <a:pt x="203" y="10079647"/>
                </a:lnTo>
                <a:lnTo>
                  <a:pt x="266" y="10094887"/>
                </a:lnTo>
                <a:lnTo>
                  <a:pt x="749" y="10206647"/>
                </a:lnTo>
                <a:lnTo>
                  <a:pt x="1663" y="10206647"/>
                </a:lnTo>
                <a:lnTo>
                  <a:pt x="2476" y="10287000"/>
                </a:lnTo>
                <a:lnTo>
                  <a:pt x="957402" y="10287000"/>
                </a:lnTo>
                <a:lnTo>
                  <a:pt x="956106" y="10248074"/>
                </a:lnTo>
                <a:lnTo>
                  <a:pt x="954709" y="10197097"/>
                </a:lnTo>
                <a:lnTo>
                  <a:pt x="953630" y="10146043"/>
                </a:lnTo>
                <a:lnTo>
                  <a:pt x="952855" y="10094887"/>
                </a:lnTo>
                <a:lnTo>
                  <a:pt x="952398" y="10043655"/>
                </a:lnTo>
                <a:lnTo>
                  <a:pt x="952246" y="9992335"/>
                </a:lnTo>
                <a:lnTo>
                  <a:pt x="952360" y="9952647"/>
                </a:lnTo>
                <a:lnTo>
                  <a:pt x="952881" y="9887128"/>
                </a:lnTo>
                <a:lnTo>
                  <a:pt x="953681" y="9834689"/>
                </a:lnTo>
                <a:lnTo>
                  <a:pt x="954786" y="9782365"/>
                </a:lnTo>
                <a:lnTo>
                  <a:pt x="956221" y="9730143"/>
                </a:lnTo>
                <a:lnTo>
                  <a:pt x="957973" y="9678035"/>
                </a:lnTo>
                <a:lnTo>
                  <a:pt x="960043" y="9626041"/>
                </a:lnTo>
                <a:lnTo>
                  <a:pt x="962444" y="9574149"/>
                </a:lnTo>
                <a:lnTo>
                  <a:pt x="965149" y="9522358"/>
                </a:lnTo>
                <a:lnTo>
                  <a:pt x="968171" y="9470695"/>
                </a:lnTo>
                <a:lnTo>
                  <a:pt x="971524" y="9419133"/>
                </a:lnTo>
                <a:lnTo>
                  <a:pt x="975182" y="9367672"/>
                </a:lnTo>
                <a:lnTo>
                  <a:pt x="979170" y="9316339"/>
                </a:lnTo>
                <a:lnTo>
                  <a:pt x="983475" y="9265094"/>
                </a:lnTo>
                <a:lnTo>
                  <a:pt x="988085" y="9213977"/>
                </a:lnTo>
                <a:lnTo>
                  <a:pt x="993025" y="9162961"/>
                </a:lnTo>
                <a:lnTo>
                  <a:pt x="998283" y="9112059"/>
                </a:lnTo>
                <a:lnTo>
                  <a:pt x="1003858" y="9061259"/>
                </a:lnTo>
                <a:lnTo>
                  <a:pt x="1009764" y="9010574"/>
                </a:lnTo>
                <a:lnTo>
                  <a:pt x="1015974" y="8959990"/>
                </a:lnTo>
                <a:lnTo>
                  <a:pt x="1022502" y="8909520"/>
                </a:lnTo>
                <a:lnTo>
                  <a:pt x="1029360" y="8859164"/>
                </a:lnTo>
                <a:lnTo>
                  <a:pt x="1036523" y="8808923"/>
                </a:lnTo>
                <a:lnTo>
                  <a:pt x="1044016" y="8758784"/>
                </a:lnTo>
                <a:lnTo>
                  <a:pt x="1051814" y="8708746"/>
                </a:lnTo>
                <a:lnTo>
                  <a:pt x="1059942" y="8658822"/>
                </a:lnTo>
                <a:lnTo>
                  <a:pt x="1068387" y="8609012"/>
                </a:lnTo>
                <a:lnTo>
                  <a:pt x="1077150" y="8559317"/>
                </a:lnTo>
                <a:lnTo>
                  <a:pt x="1086231" y="8509724"/>
                </a:lnTo>
                <a:lnTo>
                  <a:pt x="1095629" y="8460232"/>
                </a:lnTo>
                <a:lnTo>
                  <a:pt x="1105357" y="8410867"/>
                </a:lnTo>
                <a:lnTo>
                  <a:pt x="1115390" y="8361604"/>
                </a:lnTo>
                <a:lnTo>
                  <a:pt x="1125740" y="8312442"/>
                </a:lnTo>
                <a:lnTo>
                  <a:pt x="1136421" y="8263395"/>
                </a:lnTo>
                <a:lnTo>
                  <a:pt x="1147406" y="8214461"/>
                </a:lnTo>
                <a:lnTo>
                  <a:pt x="1158722" y="8165630"/>
                </a:lnTo>
                <a:lnTo>
                  <a:pt x="1170355" y="8116913"/>
                </a:lnTo>
                <a:lnTo>
                  <a:pt x="1182306" y="8068310"/>
                </a:lnTo>
                <a:lnTo>
                  <a:pt x="1194574" y="8019809"/>
                </a:lnTo>
                <a:lnTo>
                  <a:pt x="1207160" y="7971422"/>
                </a:lnTo>
                <a:lnTo>
                  <a:pt x="1220063" y="7923149"/>
                </a:lnTo>
                <a:lnTo>
                  <a:pt x="1233284" y="7874978"/>
                </a:lnTo>
                <a:lnTo>
                  <a:pt x="1246835" y="7826908"/>
                </a:lnTo>
                <a:lnTo>
                  <a:pt x="1260690" y="7778966"/>
                </a:lnTo>
                <a:lnTo>
                  <a:pt x="1274864" y="7731125"/>
                </a:lnTo>
                <a:lnTo>
                  <a:pt x="1289367" y="7683386"/>
                </a:lnTo>
                <a:lnTo>
                  <a:pt x="1304188" y="7635761"/>
                </a:lnTo>
                <a:lnTo>
                  <a:pt x="1319326" y="7588250"/>
                </a:lnTo>
                <a:lnTo>
                  <a:pt x="1335176" y="7539647"/>
                </a:lnTo>
                <a:lnTo>
                  <a:pt x="1350543" y="7493546"/>
                </a:lnTo>
                <a:lnTo>
                  <a:pt x="1366634" y="7446365"/>
                </a:lnTo>
                <a:lnTo>
                  <a:pt x="1383055" y="7399287"/>
                </a:lnTo>
                <a:lnTo>
                  <a:pt x="1399781" y="7352322"/>
                </a:lnTo>
                <a:lnTo>
                  <a:pt x="1416824" y="7305459"/>
                </a:lnTo>
                <a:lnTo>
                  <a:pt x="1434198" y="7258723"/>
                </a:lnTo>
                <a:lnTo>
                  <a:pt x="1451876" y="7212076"/>
                </a:lnTo>
                <a:lnTo>
                  <a:pt x="1469885" y="7165543"/>
                </a:lnTo>
                <a:close/>
              </a:path>
              <a:path w="5286375" h="10287000">
                <a:moveTo>
                  <a:pt x="1688160" y="2026259"/>
                </a:moveTo>
                <a:lnTo>
                  <a:pt x="1674736" y="1978634"/>
                </a:lnTo>
                <a:lnTo>
                  <a:pt x="1661617" y="1930920"/>
                </a:lnTo>
                <a:lnTo>
                  <a:pt x="1648815" y="1883117"/>
                </a:lnTo>
                <a:lnTo>
                  <a:pt x="1636306" y="1835226"/>
                </a:lnTo>
                <a:lnTo>
                  <a:pt x="1624114" y="1787258"/>
                </a:lnTo>
                <a:lnTo>
                  <a:pt x="1612239" y="1739201"/>
                </a:lnTo>
                <a:lnTo>
                  <a:pt x="1600657" y="1691055"/>
                </a:lnTo>
                <a:lnTo>
                  <a:pt x="1589392" y="1642833"/>
                </a:lnTo>
                <a:lnTo>
                  <a:pt x="1578444" y="1594510"/>
                </a:lnTo>
                <a:lnTo>
                  <a:pt x="1567789" y="1546110"/>
                </a:lnTo>
                <a:lnTo>
                  <a:pt x="1557451" y="1497622"/>
                </a:lnTo>
                <a:lnTo>
                  <a:pt x="1547418" y="1449057"/>
                </a:lnTo>
                <a:lnTo>
                  <a:pt x="1537703" y="1400390"/>
                </a:lnTo>
                <a:lnTo>
                  <a:pt x="1528279" y="1351648"/>
                </a:lnTo>
                <a:lnTo>
                  <a:pt x="1519186" y="1302816"/>
                </a:lnTo>
                <a:lnTo>
                  <a:pt x="1510385" y="1253909"/>
                </a:lnTo>
                <a:lnTo>
                  <a:pt x="1502206" y="1206690"/>
                </a:lnTo>
                <a:lnTo>
                  <a:pt x="1493723" y="1155814"/>
                </a:lnTo>
                <a:lnTo>
                  <a:pt x="1485849" y="1106639"/>
                </a:lnTo>
                <a:lnTo>
                  <a:pt x="1478280" y="1057376"/>
                </a:lnTo>
                <a:lnTo>
                  <a:pt x="1471028" y="1008037"/>
                </a:lnTo>
                <a:lnTo>
                  <a:pt x="1464094" y="958608"/>
                </a:lnTo>
                <a:lnTo>
                  <a:pt x="1457452" y="909091"/>
                </a:lnTo>
                <a:lnTo>
                  <a:pt x="1451127" y="859485"/>
                </a:lnTo>
                <a:lnTo>
                  <a:pt x="1445107" y="809790"/>
                </a:lnTo>
                <a:lnTo>
                  <a:pt x="1439392" y="760018"/>
                </a:lnTo>
                <a:lnTo>
                  <a:pt x="1433995" y="710158"/>
                </a:lnTo>
                <a:lnTo>
                  <a:pt x="1428902" y="660209"/>
                </a:lnTo>
                <a:lnTo>
                  <a:pt x="1424114" y="610184"/>
                </a:lnTo>
                <a:lnTo>
                  <a:pt x="1419644" y="560057"/>
                </a:lnTo>
                <a:lnTo>
                  <a:pt x="1415478" y="509854"/>
                </a:lnTo>
                <a:lnTo>
                  <a:pt x="1411617" y="459562"/>
                </a:lnTo>
                <a:lnTo>
                  <a:pt x="1408074" y="409194"/>
                </a:lnTo>
                <a:lnTo>
                  <a:pt x="1404823" y="358724"/>
                </a:lnTo>
                <a:lnTo>
                  <a:pt x="1401902" y="308178"/>
                </a:lnTo>
                <a:lnTo>
                  <a:pt x="1399273" y="257543"/>
                </a:lnTo>
                <a:lnTo>
                  <a:pt x="1396961" y="206819"/>
                </a:lnTo>
                <a:lnTo>
                  <a:pt x="1394955" y="156019"/>
                </a:lnTo>
                <a:lnTo>
                  <a:pt x="1393253" y="105130"/>
                </a:lnTo>
                <a:lnTo>
                  <a:pt x="1391869" y="54152"/>
                </a:lnTo>
                <a:lnTo>
                  <a:pt x="1390789" y="3086"/>
                </a:lnTo>
                <a:lnTo>
                  <a:pt x="1390738" y="0"/>
                </a:lnTo>
                <a:lnTo>
                  <a:pt x="437629" y="0"/>
                </a:lnTo>
                <a:lnTo>
                  <a:pt x="437642" y="3086"/>
                </a:lnTo>
                <a:lnTo>
                  <a:pt x="437908" y="63690"/>
                </a:lnTo>
                <a:lnTo>
                  <a:pt x="438823" y="63690"/>
                </a:lnTo>
                <a:lnTo>
                  <a:pt x="440105" y="190690"/>
                </a:lnTo>
                <a:lnTo>
                  <a:pt x="441756" y="190690"/>
                </a:lnTo>
                <a:lnTo>
                  <a:pt x="443763" y="317690"/>
                </a:lnTo>
                <a:lnTo>
                  <a:pt x="448856" y="317690"/>
                </a:lnTo>
                <a:lnTo>
                  <a:pt x="451942" y="444690"/>
                </a:lnTo>
                <a:lnTo>
                  <a:pt x="455383" y="444690"/>
                </a:lnTo>
                <a:lnTo>
                  <a:pt x="459181" y="571690"/>
                </a:lnTo>
                <a:lnTo>
                  <a:pt x="463334" y="571690"/>
                </a:lnTo>
                <a:lnTo>
                  <a:pt x="467829" y="698690"/>
                </a:lnTo>
                <a:lnTo>
                  <a:pt x="472694" y="698690"/>
                </a:lnTo>
                <a:lnTo>
                  <a:pt x="477888" y="825690"/>
                </a:lnTo>
                <a:lnTo>
                  <a:pt x="483438" y="825690"/>
                </a:lnTo>
                <a:lnTo>
                  <a:pt x="489343" y="952690"/>
                </a:lnTo>
                <a:lnTo>
                  <a:pt x="502170" y="952690"/>
                </a:lnTo>
                <a:lnTo>
                  <a:pt x="509092" y="1079690"/>
                </a:lnTo>
                <a:lnTo>
                  <a:pt x="516369" y="1079690"/>
                </a:lnTo>
                <a:lnTo>
                  <a:pt x="523976" y="1206690"/>
                </a:lnTo>
                <a:lnTo>
                  <a:pt x="531914" y="1206690"/>
                </a:lnTo>
                <a:lnTo>
                  <a:pt x="540207" y="1333690"/>
                </a:lnTo>
                <a:lnTo>
                  <a:pt x="557771" y="1333690"/>
                </a:lnTo>
                <a:lnTo>
                  <a:pt x="567055" y="1460690"/>
                </a:lnTo>
                <a:lnTo>
                  <a:pt x="576668" y="1460690"/>
                </a:lnTo>
                <a:lnTo>
                  <a:pt x="586613" y="1587690"/>
                </a:lnTo>
                <a:lnTo>
                  <a:pt x="596887" y="1587690"/>
                </a:lnTo>
                <a:lnTo>
                  <a:pt x="607479" y="1714690"/>
                </a:lnTo>
                <a:lnTo>
                  <a:pt x="629653" y="1714690"/>
                </a:lnTo>
                <a:lnTo>
                  <a:pt x="641223" y="1841690"/>
                </a:lnTo>
                <a:lnTo>
                  <a:pt x="653110" y="1841690"/>
                </a:lnTo>
                <a:lnTo>
                  <a:pt x="665327" y="1968690"/>
                </a:lnTo>
                <a:lnTo>
                  <a:pt x="677849" y="1968690"/>
                </a:lnTo>
                <a:lnTo>
                  <a:pt x="690702" y="2095690"/>
                </a:lnTo>
                <a:lnTo>
                  <a:pt x="717334" y="2095690"/>
                </a:lnTo>
                <a:lnTo>
                  <a:pt x="731126" y="2222690"/>
                </a:lnTo>
                <a:lnTo>
                  <a:pt x="745223" y="2222690"/>
                </a:lnTo>
                <a:lnTo>
                  <a:pt x="753211" y="2293086"/>
                </a:lnTo>
                <a:lnTo>
                  <a:pt x="1688160" y="2026259"/>
                </a:lnTo>
                <a:close/>
              </a:path>
              <a:path w="5286375" h="10287000">
                <a:moveTo>
                  <a:pt x="5286172" y="2967647"/>
                </a:moveTo>
                <a:lnTo>
                  <a:pt x="4867338" y="2967647"/>
                </a:lnTo>
                <a:lnTo>
                  <a:pt x="4823218" y="3094647"/>
                </a:lnTo>
                <a:lnTo>
                  <a:pt x="4302455" y="3094647"/>
                </a:lnTo>
                <a:lnTo>
                  <a:pt x="4259834" y="3221647"/>
                </a:lnTo>
                <a:lnTo>
                  <a:pt x="3923512" y="3221647"/>
                </a:lnTo>
                <a:lnTo>
                  <a:pt x="3882072" y="3348647"/>
                </a:lnTo>
                <a:lnTo>
                  <a:pt x="3636391" y="3348647"/>
                </a:lnTo>
                <a:lnTo>
                  <a:pt x="3595954" y="3475647"/>
                </a:lnTo>
                <a:lnTo>
                  <a:pt x="3396018" y="3475647"/>
                </a:lnTo>
                <a:lnTo>
                  <a:pt x="3356483" y="3602647"/>
                </a:lnTo>
                <a:lnTo>
                  <a:pt x="3161233" y="3602647"/>
                </a:lnTo>
                <a:lnTo>
                  <a:pt x="3122663" y="3729647"/>
                </a:lnTo>
                <a:lnTo>
                  <a:pt x="2970072" y="3729647"/>
                </a:lnTo>
                <a:lnTo>
                  <a:pt x="2932353" y="3856647"/>
                </a:lnTo>
                <a:lnTo>
                  <a:pt x="2783192" y="3856647"/>
                </a:lnTo>
                <a:lnTo>
                  <a:pt x="2746349" y="3983647"/>
                </a:lnTo>
                <a:lnTo>
                  <a:pt x="2600769" y="3983647"/>
                </a:lnTo>
                <a:lnTo>
                  <a:pt x="2599956" y="3986504"/>
                </a:lnTo>
                <a:lnTo>
                  <a:pt x="2577668" y="3963136"/>
                </a:lnTo>
                <a:lnTo>
                  <a:pt x="2549715" y="3912336"/>
                </a:lnTo>
                <a:lnTo>
                  <a:pt x="2522042" y="3874236"/>
                </a:lnTo>
                <a:lnTo>
                  <a:pt x="2516860" y="3861536"/>
                </a:lnTo>
                <a:lnTo>
                  <a:pt x="2494661" y="3836136"/>
                </a:lnTo>
                <a:lnTo>
                  <a:pt x="2467572" y="3785336"/>
                </a:lnTo>
                <a:lnTo>
                  <a:pt x="2440762" y="3747236"/>
                </a:lnTo>
                <a:lnTo>
                  <a:pt x="2436469" y="3734536"/>
                </a:lnTo>
                <a:lnTo>
                  <a:pt x="2414257" y="3709136"/>
                </a:lnTo>
                <a:lnTo>
                  <a:pt x="2388019" y="3658336"/>
                </a:lnTo>
                <a:lnTo>
                  <a:pt x="2362085" y="3620236"/>
                </a:lnTo>
                <a:lnTo>
                  <a:pt x="2360409" y="3607536"/>
                </a:lnTo>
                <a:lnTo>
                  <a:pt x="2336431" y="3569436"/>
                </a:lnTo>
                <a:lnTo>
                  <a:pt x="2311069" y="3531336"/>
                </a:lnTo>
                <a:lnTo>
                  <a:pt x="2288425" y="3480536"/>
                </a:lnTo>
                <a:lnTo>
                  <a:pt x="2285987" y="3480536"/>
                </a:lnTo>
                <a:lnTo>
                  <a:pt x="2261197" y="3442436"/>
                </a:lnTo>
                <a:lnTo>
                  <a:pt x="2236698" y="3391636"/>
                </a:lnTo>
                <a:lnTo>
                  <a:pt x="2220252" y="3353536"/>
                </a:lnTo>
                <a:lnTo>
                  <a:pt x="2212492" y="3340836"/>
                </a:lnTo>
                <a:lnTo>
                  <a:pt x="2188565" y="3302736"/>
                </a:lnTo>
                <a:lnTo>
                  <a:pt x="2164918" y="3251936"/>
                </a:lnTo>
                <a:lnTo>
                  <a:pt x="2155596" y="3226536"/>
                </a:lnTo>
                <a:lnTo>
                  <a:pt x="2141575" y="3201136"/>
                </a:lnTo>
                <a:lnTo>
                  <a:pt x="2118512" y="3150336"/>
                </a:lnTo>
                <a:lnTo>
                  <a:pt x="2095741" y="3112236"/>
                </a:lnTo>
                <a:lnTo>
                  <a:pt x="2094255" y="3099536"/>
                </a:lnTo>
                <a:lnTo>
                  <a:pt x="2073249" y="3061436"/>
                </a:lnTo>
                <a:lnTo>
                  <a:pt x="2051062" y="3010636"/>
                </a:lnTo>
                <a:lnTo>
                  <a:pt x="2036140" y="2972536"/>
                </a:lnTo>
                <a:lnTo>
                  <a:pt x="2029142" y="2959836"/>
                </a:lnTo>
                <a:lnTo>
                  <a:pt x="2007527" y="2909036"/>
                </a:lnTo>
                <a:lnTo>
                  <a:pt x="1986191" y="2858236"/>
                </a:lnTo>
                <a:lnTo>
                  <a:pt x="1980958" y="2845536"/>
                </a:lnTo>
                <a:lnTo>
                  <a:pt x="1965147" y="2820136"/>
                </a:lnTo>
                <a:lnTo>
                  <a:pt x="1874989" y="2845536"/>
                </a:lnTo>
                <a:lnTo>
                  <a:pt x="1265313" y="3099536"/>
                </a:lnTo>
                <a:lnTo>
                  <a:pt x="1063637" y="3188436"/>
                </a:lnTo>
                <a:lnTo>
                  <a:pt x="1070317" y="3226536"/>
                </a:lnTo>
                <a:lnTo>
                  <a:pt x="1090345" y="3226536"/>
                </a:lnTo>
                <a:lnTo>
                  <a:pt x="1110640" y="3353536"/>
                </a:lnTo>
                <a:lnTo>
                  <a:pt x="1152093" y="3353536"/>
                </a:lnTo>
                <a:lnTo>
                  <a:pt x="1173238" y="3480536"/>
                </a:lnTo>
                <a:lnTo>
                  <a:pt x="1216342" y="3480536"/>
                </a:lnTo>
                <a:lnTo>
                  <a:pt x="1238300" y="3607536"/>
                </a:lnTo>
                <a:lnTo>
                  <a:pt x="1260538" y="3607536"/>
                </a:lnTo>
                <a:lnTo>
                  <a:pt x="1283042" y="3734536"/>
                </a:lnTo>
                <a:lnTo>
                  <a:pt x="1328851" y="3734536"/>
                </a:lnTo>
                <a:lnTo>
                  <a:pt x="1352156" y="3861536"/>
                </a:lnTo>
                <a:lnTo>
                  <a:pt x="1399565" y="3861536"/>
                </a:lnTo>
                <a:lnTo>
                  <a:pt x="1423657" y="3988536"/>
                </a:lnTo>
                <a:lnTo>
                  <a:pt x="1472628" y="3988536"/>
                </a:lnTo>
                <a:lnTo>
                  <a:pt x="1497507" y="4115536"/>
                </a:lnTo>
                <a:lnTo>
                  <a:pt x="1548015" y="4115536"/>
                </a:lnTo>
                <a:lnTo>
                  <a:pt x="1573644" y="4242536"/>
                </a:lnTo>
                <a:lnTo>
                  <a:pt x="1625676" y="4242536"/>
                </a:lnTo>
                <a:lnTo>
                  <a:pt x="1652054" y="4369536"/>
                </a:lnTo>
                <a:lnTo>
                  <a:pt x="1705571" y="4369536"/>
                </a:lnTo>
                <a:lnTo>
                  <a:pt x="1732686" y="4496536"/>
                </a:lnTo>
                <a:lnTo>
                  <a:pt x="1787664" y="4496536"/>
                </a:lnTo>
                <a:lnTo>
                  <a:pt x="1815515" y="4623536"/>
                </a:lnTo>
                <a:lnTo>
                  <a:pt x="1871929" y="4623536"/>
                </a:lnTo>
                <a:lnTo>
                  <a:pt x="1899386" y="4745647"/>
                </a:lnTo>
                <a:lnTo>
                  <a:pt x="1823986" y="4745647"/>
                </a:lnTo>
                <a:lnTo>
                  <a:pt x="1792693" y="4872647"/>
                </a:lnTo>
                <a:lnTo>
                  <a:pt x="1730794" y="4872647"/>
                </a:lnTo>
                <a:lnTo>
                  <a:pt x="1700161" y="4999647"/>
                </a:lnTo>
                <a:lnTo>
                  <a:pt x="1609636" y="4999647"/>
                </a:lnTo>
                <a:lnTo>
                  <a:pt x="1579918" y="5126647"/>
                </a:lnTo>
                <a:lnTo>
                  <a:pt x="1521167" y="5126647"/>
                </a:lnTo>
                <a:lnTo>
                  <a:pt x="1492135" y="5253647"/>
                </a:lnTo>
                <a:lnTo>
                  <a:pt x="1434782" y="5253647"/>
                </a:lnTo>
                <a:lnTo>
                  <a:pt x="1406448" y="5380647"/>
                </a:lnTo>
                <a:lnTo>
                  <a:pt x="1350518" y="5380647"/>
                </a:lnTo>
                <a:lnTo>
                  <a:pt x="1322908" y="5507647"/>
                </a:lnTo>
                <a:lnTo>
                  <a:pt x="1268412" y="5507647"/>
                </a:lnTo>
                <a:lnTo>
                  <a:pt x="1241539" y="5634647"/>
                </a:lnTo>
                <a:lnTo>
                  <a:pt x="1188516" y="5634647"/>
                </a:lnTo>
                <a:lnTo>
                  <a:pt x="1162380" y="5761647"/>
                </a:lnTo>
                <a:lnTo>
                  <a:pt x="1110856" y="5761647"/>
                </a:lnTo>
                <a:lnTo>
                  <a:pt x="1085481" y="5888647"/>
                </a:lnTo>
                <a:lnTo>
                  <a:pt x="1035481" y="5888647"/>
                </a:lnTo>
                <a:lnTo>
                  <a:pt x="1018768" y="5974816"/>
                </a:lnTo>
                <a:lnTo>
                  <a:pt x="1820189" y="6408521"/>
                </a:lnTo>
                <a:lnTo>
                  <a:pt x="1845144" y="6362840"/>
                </a:lnTo>
                <a:lnTo>
                  <a:pt x="1870379" y="6317513"/>
                </a:lnTo>
                <a:lnTo>
                  <a:pt x="1895894" y="6272542"/>
                </a:lnTo>
                <a:lnTo>
                  <a:pt x="1921700" y="6227902"/>
                </a:lnTo>
                <a:lnTo>
                  <a:pt x="1947786" y="6183604"/>
                </a:lnTo>
                <a:lnTo>
                  <a:pt x="1974151" y="6139662"/>
                </a:lnTo>
                <a:lnTo>
                  <a:pt x="2000808" y="6096063"/>
                </a:lnTo>
                <a:lnTo>
                  <a:pt x="2027745" y="6052820"/>
                </a:lnTo>
                <a:lnTo>
                  <a:pt x="2054974" y="6009906"/>
                </a:lnTo>
                <a:lnTo>
                  <a:pt x="2082469" y="5967349"/>
                </a:lnTo>
                <a:lnTo>
                  <a:pt x="2110257" y="5925134"/>
                </a:lnTo>
                <a:lnTo>
                  <a:pt x="2138337" y="5883262"/>
                </a:lnTo>
                <a:lnTo>
                  <a:pt x="2166683" y="5841746"/>
                </a:lnTo>
                <a:lnTo>
                  <a:pt x="2195334" y="5800560"/>
                </a:lnTo>
                <a:lnTo>
                  <a:pt x="2224252" y="5759729"/>
                </a:lnTo>
                <a:lnTo>
                  <a:pt x="2253462" y="5719254"/>
                </a:lnTo>
                <a:lnTo>
                  <a:pt x="2282952" y="5679110"/>
                </a:lnTo>
                <a:lnTo>
                  <a:pt x="2312720" y="5639320"/>
                </a:lnTo>
                <a:lnTo>
                  <a:pt x="2342781" y="5599862"/>
                </a:lnTo>
                <a:lnTo>
                  <a:pt x="2373122" y="5560771"/>
                </a:lnTo>
                <a:lnTo>
                  <a:pt x="2403741" y="5522011"/>
                </a:lnTo>
                <a:lnTo>
                  <a:pt x="2434653" y="5483593"/>
                </a:lnTo>
                <a:lnTo>
                  <a:pt x="2465844" y="5445531"/>
                </a:lnTo>
                <a:lnTo>
                  <a:pt x="2497315" y="5407812"/>
                </a:lnTo>
                <a:lnTo>
                  <a:pt x="2516251" y="5385536"/>
                </a:lnTo>
                <a:lnTo>
                  <a:pt x="2519134" y="5385536"/>
                </a:lnTo>
                <a:lnTo>
                  <a:pt x="2552331" y="5512536"/>
                </a:lnTo>
                <a:lnTo>
                  <a:pt x="2619337" y="5512536"/>
                </a:lnTo>
                <a:lnTo>
                  <a:pt x="2653131" y="5639536"/>
                </a:lnTo>
                <a:lnTo>
                  <a:pt x="2755747" y="5639536"/>
                </a:lnTo>
                <a:lnTo>
                  <a:pt x="2790355" y="5766536"/>
                </a:lnTo>
                <a:lnTo>
                  <a:pt x="2930677" y="5766536"/>
                </a:lnTo>
                <a:lnTo>
                  <a:pt x="2966237" y="5893536"/>
                </a:lnTo>
                <a:lnTo>
                  <a:pt x="3074047" y="5893536"/>
                </a:lnTo>
                <a:lnTo>
                  <a:pt x="3110357" y="6020536"/>
                </a:lnTo>
                <a:lnTo>
                  <a:pt x="3257372" y="6020536"/>
                </a:lnTo>
                <a:lnTo>
                  <a:pt x="3294583" y="6147536"/>
                </a:lnTo>
                <a:lnTo>
                  <a:pt x="3445129" y="6147536"/>
                </a:lnTo>
                <a:lnTo>
                  <a:pt x="3483191" y="6274536"/>
                </a:lnTo>
                <a:lnTo>
                  <a:pt x="3637115" y="6274536"/>
                </a:lnTo>
                <a:lnTo>
                  <a:pt x="3676002" y="6401536"/>
                </a:lnTo>
                <a:lnTo>
                  <a:pt x="3872852" y="6401536"/>
                </a:lnTo>
                <a:lnTo>
                  <a:pt x="3912692" y="6528536"/>
                </a:lnTo>
                <a:lnTo>
                  <a:pt x="4114139" y="6528536"/>
                </a:lnTo>
                <a:lnTo>
                  <a:pt x="4154868" y="6655536"/>
                </a:lnTo>
                <a:lnTo>
                  <a:pt x="4443946" y="6655536"/>
                </a:lnTo>
                <a:lnTo>
                  <a:pt x="4485792" y="6782536"/>
                </a:lnTo>
                <a:lnTo>
                  <a:pt x="4868215" y="6782536"/>
                </a:lnTo>
                <a:lnTo>
                  <a:pt x="4911331" y="6909536"/>
                </a:lnTo>
                <a:lnTo>
                  <a:pt x="5148529" y="6909536"/>
                </a:lnTo>
                <a:lnTo>
                  <a:pt x="5263375" y="6274536"/>
                </a:lnTo>
                <a:lnTo>
                  <a:pt x="5286172" y="6160236"/>
                </a:lnTo>
                <a:lnTo>
                  <a:pt x="5286172" y="5906236"/>
                </a:lnTo>
                <a:lnTo>
                  <a:pt x="5283187" y="5906236"/>
                </a:lnTo>
                <a:lnTo>
                  <a:pt x="5278755" y="5893536"/>
                </a:lnTo>
                <a:lnTo>
                  <a:pt x="5236045" y="5893536"/>
                </a:lnTo>
                <a:lnTo>
                  <a:pt x="4819154" y="5779236"/>
                </a:lnTo>
                <a:lnTo>
                  <a:pt x="4807280" y="5766536"/>
                </a:lnTo>
                <a:lnTo>
                  <a:pt x="4773663" y="5766536"/>
                </a:lnTo>
                <a:lnTo>
                  <a:pt x="4728337" y="5741136"/>
                </a:lnTo>
                <a:lnTo>
                  <a:pt x="4683176" y="5728436"/>
                </a:lnTo>
                <a:lnTo>
                  <a:pt x="4638192" y="5703036"/>
                </a:lnTo>
                <a:lnTo>
                  <a:pt x="4548695" y="5677636"/>
                </a:lnTo>
                <a:lnTo>
                  <a:pt x="4504207" y="5652236"/>
                </a:lnTo>
                <a:lnTo>
                  <a:pt x="4489374" y="5639536"/>
                </a:lnTo>
                <a:lnTo>
                  <a:pt x="4459871" y="5626836"/>
                </a:lnTo>
                <a:lnTo>
                  <a:pt x="4415714" y="5614136"/>
                </a:lnTo>
                <a:lnTo>
                  <a:pt x="4327880" y="5563336"/>
                </a:lnTo>
                <a:lnTo>
                  <a:pt x="4284218" y="5550636"/>
                </a:lnTo>
                <a:lnTo>
                  <a:pt x="4240720" y="5525236"/>
                </a:lnTo>
                <a:lnTo>
                  <a:pt x="4236237" y="5512536"/>
                </a:lnTo>
                <a:lnTo>
                  <a:pt x="4197388" y="5499836"/>
                </a:lnTo>
                <a:lnTo>
                  <a:pt x="4025709" y="5398236"/>
                </a:lnTo>
                <a:lnTo>
                  <a:pt x="4021594" y="5385536"/>
                </a:lnTo>
                <a:lnTo>
                  <a:pt x="3983202" y="5372836"/>
                </a:lnTo>
                <a:lnTo>
                  <a:pt x="3940860" y="5334736"/>
                </a:lnTo>
                <a:lnTo>
                  <a:pt x="3856685" y="5283936"/>
                </a:lnTo>
                <a:lnTo>
                  <a:pt x="3833177" y="5258536"/>
                </a:lnTo>
                <a:lnTo>
                  <a:pt x="3814851" y="5245836"/>
                </a:lnTo>
                <a:lnTo>
                  <a:pt x="3731666" y="5195036"/>
                </a:lnTo>
                <a:lnTo>
                  <a:pt x="3690328" y="5156936"/>
                </a:lnTo>
                <a:lnTo>
                  <a:pt x="3663950" y="5131536"/>
                </a:lnTo>
                <a:lnTo>
                  <a:pt x="3649141" y="5131536"/>
                </a:lnTo>
                <a:lnTo>
                  <a:pt x="3567290" y="5055336"/>
                </a:lnTo>
                <a:lnTo>
                  <a:pt x="3526612" y="5029936"/>
                </a:lnTo>
                <a:lnTo>
                  <a:pt x="3509721" y="5004536"/>
                </a:lnTo>
                <a:lnTo>
                  <a:pt x="3486099" y="4991836"/>
                </a:lnTo>
                <a:lnTo>
                  <a:pt x="3405568" y="4915636"/>
                </a:lnTo>
                <a:lnTo>
                  <a:pt x="3370135" y="4890236"/>
                </a:lnTo>
                <a:lnTo>
                  <a:pt x="3367494" y="4877536"/>
                </a:lnTo>
                <a:lnTo>
                  <a:pt x="3334982" y="4852136"/>
                </a:lnTo>
                <a:lnTo>
                  <a:pt x="3300107" y="4814036"/>
                </a:lnTo>
                <a:lnTo>
                  <a:pt x="3265538" y="4788636"/>
                </a:lnTo>
                <a:lnTo>
                  <a:pt x="3235452" y="4750536"/>
                </a:lnTo>
                <a:lnTo>
                  <a:pt x="3231248" y="4750536"/>
                </a:lnTo>
                <a:lnTo>
                  <a:pt x="3202152" y="4717948"/>
                </a:lnTo>
                <a:lnTo>
                  <a:pt x="3253727" y="4677461"/>
                </a:lnTo>
                <a:lnTo>
                  <a:pt x="3292500" y="4647870"/>
                </a:lnTo>
                <a:lnTo>
                  <a:pt x="3331692" y="4618647"/>
                </a:lnTo>
                <a:lnTo>
                  <a:pt x="3370757" y="4590173"/>
                </a:lnTo>
                <a:lnTo>
                  <a:pt x="3410229" y="4562068"/>
                </a:lnTo>
                <a:lnTo>
                  <a:pt x="3449929" y="4534459"/>
                </a:lnTo>
                <a:lnTo>
                  <a:pt x="3493795" y="4504702"/>
                </a:lnTo>
                <a:lnTo>
                  <a:pt x="3537775" y="4475632"/>
                </a:lnTo>
                <a:lnTo>
                  <a:pt x="3581882" y="4447235"/>
                </a:lnTo>
                <a:lnTo>
                  <a:pt x="3626116" y="4419536"/>
                </a:lnTo>
                <a:lnTo>
                  <a:pt x="3670465" y="4392511"/>
                </a:lnTo>
                <a:lnTo>
                  <a:pt x="3714940" y="4366171"/>
                </a:lnTo>
                <a:lnTo>
                  <a:pt x="3759543" y="4340517"/>
                </a:lnTo>
                <a:lnTo>
                  <a:pt x="3804259" y="4315549"/>
                </a:lnTo>
                <a:lnTo>
                  <a:pt x="3849103" y="4291266"/>
                </a:lnTo>
                <a:lnTo>
                  <a:pt x="3894061" y="4267657"/>
                </a:lnTo>
                <a:lnTo>
                  <a:pt x="3939146" y="4244746"/>
                </a:lnTo>
                <a:lnTo>
                  <a:pt x="3984358" y="4222508"/>
                </a:lnTo>
                <a:lnTo>
                  <a:pt x="4029684" y="4200956"/>
                </a:lnTo>
                <a:lnTo>
                  <a:pt x="4075138" y="4180090"/>
                </a:lnTo>
                <a:lnTo>
                  <a:pt x="4120718" y="4159910"/>
                </a:lnTo>
                <a:lnTo>
                  <a:pt x="4166412" y="4140416"/>
                </a:lnTo>
                <a:lnTo>
                  <a:pt x="4212234" y="4121607"/>
                </a:lnTo>
                <a:lnTo>
                  <a:pt x="4258170" y="4103471"/>
                </a:lnTo>
                <a:lnTo>
                  <a:pt x="4304233" y="4086034"/>
                </a:lnTo>
                <a:lnTo>
                  <a:pt x="4350423" y="4069270"/>
                </a:lnTo>
                <a:lnTo>
                  <a:pt x="4396740" y="4053192"/>
                </a:lnTo>
                <a:lnTo>
                  <a:pt x="4443171" y="4037800"/>
                </a:lnTo>
                <a:lnTo>
                  <a:pt x="4489716" y="4023093"/>
                </a:lnTo>
                <a:lnTo>
                  <a:pt x="4536402" y="4009072"/>
                </a:lnTo>
                <a:lnTo>
                  <a:pt x="4583201" y="3995724"/>
                </a:lnTo>
                <a:lnTo>
                  <a:pt x="4630115" y="3983075"/>
                </a:lnTo>
                <a:lnTo>
                  <a:pt x="4677156" y="3971099"/>
                </a:lnTo>
                <a:lnTo>
                  <a:pt x="4724324" y="3959809"/>
                </a:lnTo>
                <a:lnTo>
                  <a:pt x="4771618" y="3949217"/>
                </a:lnTo>
                <a:lnTo>
                  <a:pt x="4819027" y="3939286"/>
                </a:lnTo>
                <a:lnTo>
                  <a:pt x="4866564" y="3930053"/>
                </a:lnTo>
                <a:lnTo>
                  <a:pt x="4914214" y="3921506"/>
                </a:lnTo>
                <a:lnTo>
                  <a:pt x="4961991" y="3913644"/>
                </a:lnTo>
                <a:lnTo>
                  <a:pt x="5009896" y="3906456"/>
                </a:lnTo>
                <a:lnTo>
                  <a:pt x="5057914" y="3899954"/>
                </a:lnTo>
                <a:lnTo>
                  <a:pt x="5106060" y="3894137"/>
                </a:lnTo>
                <a:lnTo>
                  <a:pt x="5154333" y="3889006"/>
                </a:lnTo>
                <a:lnTo>
                  <a:pt x="5202720" y="3884561"/>
                </a:lnTo>
                <a:lnTo>
                  <a:pt x="5251234" y="3880802"/>
                </a:lnTo>
                <a:lnTo>
                  <a:pt x="5286172" y="3878592"/>
                </a:lnTo>
                <a:lnTo>
                  <a:pt x="5286172" y="2967647"/>
                </a:lnTo>
                <a:close/>
              </a:path>
            </a:pathLst>
          </a:custGeom>
          <a:solidFill>
            <a:srgbClr val="FD6120">
              <a:alpha val="1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7774" y="5338402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51075" y="5452765"/>
            <a:ext cx="1619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77774" y="3421236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53010" y="2798936"/>
            <a:ext cx="9392285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3455" algn="l"/>
              </a:tabLst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r>
              <a:rPr dirty="0" sz="1700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7500" spc="229" b="1" i="1">
                <a:solidFill>
                  <a:srgbClr val="181818"/>
                </a:solidFill>
                <a:latin typeface="Trebuchet MS"/>
                <a:cs typeface="Trebuchet MS"/>
              </a:rPr>
              <a:t>opportunity</a:t>
            </a:r>
            <a:r>
              <a:rPr dirty="0" sz="7500" spc="-5" b="1" i="1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7500" spc="200" b="1" i="1">
                <a:solidFill>
                  <a:srgbClr val="181818"/>
                </a:solidFill>
                <a:latin typeface="Trebuchet MS"/>
                <a:cs typeface="Trebuchet MS"/>
              </a:rPr>
              <a:t>to</a:t>
            </a:r>
            <a:r>
              <a:rPr dirty="0" sz="7500" spc="-5" b="1" i="1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7500" spc="355" b="1" i="1">
                <a:solidFill>
                  <a:srgbClr val="181818"/>
                </a:solidFill>
                <a:latin typeface="Trebuchet MS"/>
                <a:cs typeface="Trebuchet MS"/>
              </a:rPr>
              <a:t>us</a:t>
            </a:r>
            <a:endParaRPr sz="75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7774" y="86501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80394" y="979377"/>
            <a:ext cx="102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77774" y="2143125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52861" y="2257488"/>
            <a:ext cx="1581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77774" y="2782180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46610" y="2896544"/>
            <a:ext cx="1708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77774" y="4060291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977774" y="469934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49140" y="4174654"/>
            <a:ext cx="165100" cy="92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Tahoma"/>
              <a:cs typeface="Tahoma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77774" y="5977457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149140" y="6091821"/>
            <a:ext cx="1651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77774" y="7255568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141699" y="7369932"/>
            <a:ext cx="1803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55">
                <a:solidFill>
                  <a:srgbClr val="181818"/>
                </a:solidFill>
                <a:latin typeface="Tahoma"/>
                <a:cs typeface="Tahoma"/>
              </a:rPr>
              <a:t>11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977774" y="6616513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103301" y="6730875"/>
            <a:ext cx="2571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181818"/>
                </a:solidFill>
                <a:latin typeface="Tahoma"/>
                <a:cs typeface="Tahoma"/>
              </a:rPr>
              <a:t>10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977774" y="7894623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4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115803" y="8008987"/>
            <a:ext cx="2324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85">
                <a:solidFill>
                  <a:srgbClr val="181818"/>
                </a:solidFill>
                <a:latin typeface="Tahoma"/>
                <a:cs typeface="Tahoma"/>
              </a:rPr>
              <a:t>12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735587" y="853367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5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5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052542" y="8797299"/>
            <a:ext cx="3587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45">
                <a:solidFill>
                  <a:srgbClr val="FFFEFE"/>
                </a:solidFill>
                <a:latin typeface="Tahoma"/>
                <a:cs typeface="Tahoma"/>
              </a:rPr>
              <a:t>13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977774" y="1504069"/>
            <a:ext cx="504825" cy="540385"/>
          </a:xfrm>
          <a:custGeom>
            <a:avLst/>
            <a:gdLst/>
            <a:ahLst/>
            <a:cxnLst/>
            <a:rect l="l" t="t" r="r" b="b"/>
            <a:pathLst>
              <a:path w="504825" h="540385">
                <a:moveTo>
                  <a:pt x="252378" y="0"/>
                </a:moveTo>
                <a:lnTo>
                  <a:pt x="207012" y="4351"/>
                </a:lnTo>
                <a:lnTo>
                  <a:pt x="164315" y="16897"/>
                </a:lnTo>
                <a:lnTo>
                  <a:pt x="124998" y="36874"/>
                </a:lnTo>
                <a:lnTo>
                  <a:pt x="89774" y="63520"/>
                </a:lnTo>
                <a:lnTo>
                  <a:pt x="59356" y="96071"/>
                </a:lnTo>
                <a:lnTo>
                  <a:pt x="34457" y="133766"/>
                </a:lnTo>
                <a:lnTo>
                  <a:pt x="15789" y="175842"/>
                </a:lnTo>
                <a:lnTo>
                  <a:pt x="4066" y="221535"/>
                </a:lnTo>
                <a:lnTo>
                  <a:pt x="0" y="270082"/>
                </a:lnTo>
                <a:lnTo>
                  <a:pt x="4066" y="318630"/>
                </a:lnTo>
                <a:lnTo>
                  <a:pt x="15789" y="364323"/>
                </a:lnTo>
                <a:lnTo>
                  <a:pt x="34457" y="406398"/>
                </a:lnTo>
                <a:lnTo>
                  <a:pt x="59356" y="444093"/>
                </a:lnTo>
                <a:lnTo>
                  <a:pt x="89774" y="476645"/>
                </a:lnTo>
                <a:lnTo>
                  <a:pt x="124998" y="503291"/>
                </a:lnTo>
                <a:lnTo>
                  <a:pt x="164315" y="523268"/>
                </a:lnTo>
                <a:lnTo>
                  <a:pt x="207012" y="535814"/>
                </a:lnTo>
                <a:lnTo>
                  <a:pt x="252378" y="540165"/>
                </a:lnTo>
                <a:lnTo>
                  <a:pt x="297743" y="535814"/>
                </a:lnTo>
                <a:lnTo>
                  <a:pt x="340441" y="523268"/>
                </a:lnTo>
                <a:lnTo>
                  <a:pt x="379758" y="503291"/>
                </a:lnTo>
                <a:lnTo>
                  <a:pt x="414982" y="476645"/>
                </a:lnTo>
                <a:lnTo>
                  <a:pt x="445400" y="444093"/>
                </a:lnTo>
                <a:lnTo>
                  <a:pt x="470299" y="406398"/>
                </a:lnTo>
                <a:lnTo>
                  <a:pt x="488967" y="364323"/>
                </a:lnTo>
                <a:lnTo>
                  <a:pt x="500690" y="318630"/>
                </a:lnTo>
                <a:lnTo>
                  <a:pt x="504756" y="270082"/>
                </a:lnTo>
                <a:lnTo>
                  <a:pt x="500690" y="221535"/>
                </a:lnTo>
                <a:lnTo>
                  <a:pt x="488967" y="175842"/>
                </a:lnTo>
                <a:lnTo>
                  <a:pt x="470299" y="133766"/>
                </a:lnTo>
                <a:lnTo>
                  <a:pt x="445400" y="96071"/>
                </a:lnTo>
                <a:lnTo>
                  <a:pt x="414982" y="63520"/>
                </a:lnTo>
                <a:lnTo>
                  <a:pt x="379758" y="36874"/>
                </a:lnTo>
                <a:lnTo>
                  <a:pt x="340441" y="16897"/>
                </a:lnTo>
                <a:lnTo>
                  <a:pt x="297743" y="4351"/>
                </a:lnTo>
                <a:lnTo>
                  <a:pt x="252378" y="0"/>
                </a:lnTo>
              </a:path>
            </a:pathLst>
          </a:custGeom>
          <a:ln w="18927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154349" y="1618432"/>
            <a:ext cx="1549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Furkhan Basheer</dc:creator>
  <cp:keywords>DAGu1q0eT6w,BAF_pCI4Xwo,0</cp:keywords>
  <dc:title>White and Orange Simple Portfolio Presentation</dc:title>
  <dcterms:created xsi:type="dcterms:W3CDTF">2025-08-05T14:43:21Z</dcterms:created>
  <dcterms:modified xsi:type="dcterms:W3CDTF">2025-08-05T14:43:21Z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2025-08-05T00:00:00Z</vt:filetime>
  </property>
  <property fmtid="{D5CDD505-2E9C-101B-9397-08002B2CF9AE}" pid="3" name="Creator">
    <vt:lpwstr>Canva</vt:lpwstr>
  </property>
  <property fmtid="{D5CDD505-2E9C-101B-9397-08002B2CF9AE}" pid="4" name="LastSaved">
    <vt:filetime>2025-08-05T00:00:00Z</vt:filetime>
  </property>
  <property fmtid="{D5CDD505-2E9C-101B-9397-08002B2CF9AE}" pid="5" name="Producer">
    <vt:lpwstr>Canva</vt:lpwstr>
  </property>
</Properties>
</file>